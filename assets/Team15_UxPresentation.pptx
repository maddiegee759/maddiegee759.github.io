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6" r:id="rId5"/>
    <p:sldId id="263" r:id="rId6"/>
    <p:sldId id="264" r:id="rId7"/>
    <p:sldId id="265" r:id="rId8"/>
    <p:sldId id="271" r:id="rId9"/>
    <p:sldId id="272" r:id="rId10"/>
    <p:sldId id="266" r:id="rId11"/>
    <p:sldId id="278" r:id="rId12"/>
    <p:sldId id="279" r:id="rId13"/>
    <p:sldId id="280" r:id="rId14"/>
    <p:sldId id="281" r:id="rId15"/>
    <p:sldId id="276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589B"/>
    <a:srgbClr val="FCFCFC"/>
    <a:srgbClr val="FAE3F7"/>
    <a:srgbClr val="FFC773"/>
    <a:srgbClr val="FFA724"/>
    <a:srgbClr val="FF9A00"/>
    <a:srgbClr val="F2B43F"/>
    <a:srgbClr val="E3B259"/>
    <a:srgbClr val="FCCC72"/>
    <a:srgbClr val="FF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DCF245-93C2-425E-9405-8F39970769A2}" v="1" dt="2026-08-19T02:38:21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die Gee" userId="318b7bc4db15ebf2" providerId="LiveId" clId="{9447B27F-7140-43CC-A8B5-2A12BEE1A1B3}"/>
    <pc:docChg chg="modSld">
      <pc:chgData name="Maddie Gee" userId="318b7bc4db15ebf2" providerId="LiveId" clId="{9447B27F-7140-43CC-A8B5-2A12BEE1A1B3}" dt="2026-08-19T02:38:32.378" v="34" actId="1035"/>
      <pc:docMkLst>
        <pc:docMk/>
      </pc:docMkLst>
      <pc:sldChg chg="modNotesTx">
        <pc:chgData name="Maddie Gee" userId="318b7bc4db15ebf2" providerId="LiveId" clId="{9447B27F-7140-43CC-A8B5-2A12BEE1A1B3}" dt="2026-08-19T02:36:31.080" v="0" actId="6549"/>
        <pc:sldMkLst>
          <pc:docMk/>
          <pc:sldMk cId="109857222" sldId="256"/>
        </pc:sldMkLst>
      </pc:sldChg>
      <pc:sldChg chg="modNotesTx">
        <pc:chgData name="Maddie Gee" userId="318b7bc4db15ebf2" providerId="LiveId" clId="{9447B27F-7140-43CC-A8B5-2A12BEE1A1B3}" dt="2026-08-19T02:36:42.872" v="1" actId="20577"/>
        <pc:sldMkLst>
          <pc:docMk/>
          <pc:sldMk cId="3752083313" sldId="263"/>
        </pc:sldMkLst>
      </pc:sldChg>
      <pc:sldChg chg="modNotesTx">
        <pc:chgData name="Maddie Gee" userId="318b7bc4db15ebf2" providerId="LiveId" clId="{9447B27F-7140-43CC-A8B5-2A12BEE1A1B3}" dt="2026-08-19T02:36:45.919" v="2" actId="20577"/>
        <pc:sldMkLst>
          <pc:docMk/>
          <pc:sldMk cId="1765376975" sldId="264"/>
        </pc:sldMkLst>
      </pc:sldChg>
      <pc:sldChg chg="modNotesTx">
        <pc:chgData name="Maddie Gee" userId="318b7bc4db15ebf2" providerId="LiveId" clId="{9447B27F-7140-43CC-A8B5-2A12BEE1A1B3}" dt="2026-08-19T02:36:48.502" v="3" actId="20577"/>
        <pc:sldMkLst>
          <pc:docMk/>
          <pc:sldMk cId="3542924386" sldId="265"/>
        </pc:sldMkLst>
      </pc:sldChg>
      <pc:sldChg chg="modNotesTx">
        <pc:chgData name="Maddie Gee" userId="318b7bc4db15ebf2" providerId="LiveId" clId="{9447B27F-7140-43CC-A8B5-2A12BEE1A1B3}" dt="2026-08-19T02:36:57.868" v="6" actId="20577"/>
        <pc:sldMkLst>
          <pc:docMk/>
          <pc:sldMk cId="12892938" sldId="266"/>
        </pc:sldMkLst>
      </pc:sldChg>
      <pc:sldChg chg="modNotesTx">
        <pc:chgData name="Maddie Gee" userId="318b7bc4db15ebf2" providerId="LiveId" clId="{9447B27F-7140-43CC-A8B5-2A12BEE1A1B3}" dt="2026-08-19T02:36:50.675" v="4" actId="20577"/>
        <pc:sldMkLst>
          <pc:docMk/>
          <pc:sldMk cId="3716101319" sldId="271"/>
        </pc:sldMkLst>
      </pc:sldChg>
      <pc:sldChg chg="modNotesTx">
        <pc:chgData name="Maddie Gee" userId="318b7bc4db15ebf2" providerId="LiveId" clId="{9447B27F-7140-43CC-A8B5-2A12BEE1A1B3}" dt="2026-08-19T02:36:55.643" v="5" actId="20577"/>
        <pc:sldMkLst>
          <pc:docMk/>
          <pc:sldMk cId="3060358925" sldId="272"/>
        </pc:sldMkLst>
      </pc:sldChg>
      <pc:sldChg chg="modNotesTx">
        <pc:chgData name="Maddie Gee" userId="318b7bc4db15ebf2" providerId="LiveId" clId="{9447B27F-7140-43CC-A8B5-2A12BEE1A1B3}" dt="2026-08-19T02:37:27.467" v="14" actId="20577"/>
        <pc:sldMkLst>
          <pc:docMk/>
          <pc:sldMk cId="3088963201" sldId="276"/>
        </pc:sldMkLst>
      </pc:sldChg>
      <pc:sldChg chg="modNotesTx">
        <pc:chgData name="Maddie Gee" userId="318b7bc4db15ebf2" providerId="LiveId" clId="{9447B27F-7140-43CC-A8B5-2A12BEE1A1B3}" dt="2026-08-19T02:37:02.347" v="7" actId="20577"/>
        <pc:sldMkLst>
          <pc:docMk/>
          <pc:sldMk cId="490825981" sldId="278"/>
        </pc:sldMkLst>
      </pc:sldChg>
      <pc:sldChg chg="modNotesTx">
        <pc:chgData name="Maddie Gee" userId="318b7bc4db15ebf2" providerId="LiveId" clId="{9447B27F-7140-43CC-A8B5-2A12BEE1A1B3}" dt="2026-08-19T02:37:05.095" v="8" actId="20577"/>
        <pc:sldMkLst>
          <pc:docMk/>
          <pc:sldMk cId="2076963299" sldId="279"/>
        </pc:sldMkLst>
      </pc:sldChg>
      <pc:sldChg chg="modNotesTx">
        <pc:chgData name="Maddie Gee" userId="318b7bc4db15ebf2" providerId="LiveId" clId="{9447B27F-7140-43CC-A8B5-2A12BEE1A1B3}" dt="2026-08-19T02:37:07.952" v="9" actId="20577"/>
        <pc:sldMkLst>
          <pc:docMk/>
          <pc:sldMk cId="2719171223" sldId="280"/>
        </pc:sldMkLst>
      </pc:sldChg>
      <pc:sldChg chg="modSp mod modTransition modNotesTx">
        <pc:chgData name="Maddie Gee" userId="318b7bc4db15ebf2" providerId="LiveId" clId="{9447B27F-7140-43CC-A8B5-2A12BEE1A1B3}" dt="2026-08-19T02:38:32.378" v="34" actId="1035"/>
        <pc:sldMkLst>
          <pc:docMk/>
          <pc:sldMk cId="3549083722" sldId="281"/>
        </pc:sldMkLst>
        <pc:picChg chg="mod">
          <ac:chgData name="Maddie Gee" userId="318b7bc4db15ebf2" providerId="LiveId" clId="{9447B27F-7140-43CC-A8B5-2A12BEE1A1B3}" dt="2026-08-19T02:38:32.378" v="34" actId="1035"/>
          <ac:picMkLst>
            <pc:docMk/>
            <pc:sldMk cId="3549083722" sldId="281"/>
            <ac:picMk id="22" creationId="{7B53A6A5-F5E0-E24E-E99B-8BD01D35560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241F4-29CE-4F12-B036-3633C18A3B51}" type="datetimeFigureOut">
              <a:t>8/19/2026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59A12-443E-473D-96C4-845EF6F44FE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00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1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673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821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540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876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559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440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9D005-98D4-D6D1-3920-05D5FAF7D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6C1C3-D148-BA74-DA59-4CF7F77A3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5B968-5363-FD3E-DBC8-64CA49D85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E2456-396A-D8B8-6E34-61A0B047E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628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BAF82-7AF4-2E1E-48C1-8264EDCD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B2A5E-EA9A-C8B9-EC7D-2D17F6534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B999E-2180-8F8E-FF43-C94E483CA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D32B9-EE0C-3928-4FAC-84ADA40C3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070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D67F1-1DD3-9103-7EE7-8EA10BC8A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8CFE0-A9EF-5B76-0CCE-F995582EB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C571B-009E-25E1-32E7-A622D1899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FD75B-118E-1B39-1D04-3DC589D4F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344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49607-FC81-8ACC-A83F-3B535F3D7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B94FE-16A7-04FF-C879-6A5657838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7F7E1-BF07-756A-BEF1-654801F3A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C7FEC-2D33-397C-247A-2F7800032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889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A3CFD-97C0-668C-4178-08E8D924E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92CB9-5EE1-B8BE-3208-19535C1DA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4AD9E-9EBE-1FC7-DC0A-3C5E07B98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A6E6C-F0D1-C544-FA66-B1992B16D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59A12-443E-473D-96C4-845EF6F44FE4}" type="slidenum"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100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 b="1">
                <a:latin typeface="Montserrat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igma.com/design/W0KWvjtggMyDrPI3pUkGVa/Design-Wireframes?node-id=105-416&amp;t=5nIuVOhmJteZlOWC-1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4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5373" y="1836615"/>
            <a:ext cx="9131891" cy="1576739"/>
          </a:xfrm>
        </p:spPr>
        <p:txBody>
          <a:bodyPr/>
          <a:lstStyle/>
          <a:p>
            <a:r>
              <a:rPr lang="en-GB" b="1" noProof="0">
                <a:latin typeface="Montserrat" pitchFamily="2" charset="0"/>
                <a:ea typeface="+mj-lt"/>
                <a:cs typeface="+mj-lt"/>
              </a:rPr>
              <a:t>Indago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8493" y="3413354"/>
            <a:ext cx="9815014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b="1" i="1" noProof="0">
                <a:latin typeface="Segoe UI"/>
                <a:cs typeface="Segoe UI"/>
              </a:rPr>
              <a:t>By Maddie Gee, Keith Lobo, Duncan Pringle, Dillon Blyth and Lois Coughlin</a:t>
            </a:r>
          </a:p>
        </p:txBody>
      </p:sp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DE631489-B2F6-6BAC-2F71-FC6150791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71BEC054-2A25-6377-3165-CD623CAC7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06" y="3360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B365B38E-F362-60F9-85AA-AD8697E72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251" y="10493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373606FC-1651-5F28-E287-D7E1E4295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pic>
        <p:nvPicPr>
          <p:cNvPr id="24" name="Picture 23" descr="A pixelated coin with a dollar sign&#10;&#10;AI-generated content may be incorrect.">
            <a:extLst>
              <a:ext uri="{FF2B5EF4-FFF2-40B4-BE49-F238E27FC236}">
                <a16:creationId xmlns:a16="http://schemas.microsoft.com/office/drawing/2014/main" id="{A7B54C97-D258-EDB7-63EB-1A1AF8AC3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11" y="3262402"/>
            <a:ext cx="684508" cy="710339"/>
          </a:xfrm>
          <a:prstGeom prst="rect">
            <a:avLst/>
          </a:prstGeom>
        </p:spPr>
      </p:pic>
      <p:pic>
        <p:nvPicPr>
          <p:cNvPr id="25" name="Picture 24" descr="A pixelated coin with a dollar sign&#10;&#10;AI-generated content may be incorrect.">
            <a:extLst>
              <a:ext uri="{FF2B5EF4-FFF2-40B4-BE49-F238E27FC236}">
                <a16:creationId xmlns:a16="http://schemas.microsoft.com/office/drawing/2014/main" id="{585F06EA-1383-C78C-7971-ECDDFD38E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9435" y="3260859"/>
            <a:ext cx="710339" cy="71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3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F186C-679A-C6E8-E10D-F9B596BC0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09E711D5-7679-98BC-C2A3-571755874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E553C7D8-022E-693D-0228-FE8EB84D1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06" y="3360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450AFC05-9B6D-110D-222B-3DF073820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251" y="10493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2758050E-BAB2-F794-34BE-A9C788995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04C5AE9D-8897-C374-C7CF-F0C3304CBF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03591" y="9780"/>
            <a:ext cx="1075967" cy="6793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73A47D-57CA-B77A-E3DF-1F31A79B8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9169" y="12581"/>
            <a:ext cx="1205361" cy="6649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801851-4152-57A5-9240-979A33100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9168" y="4886505"/>
            <a:ext cx="1219741" cy="664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E37AB3-F7B9-A435-82F7-1F6AA3782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92" y="4874599"/>
            <a:ext cx="942526" cy="593066"/>
          </a:xfrm>
          <a:prstGeom prst="rect">
            <a:avLst/>
          </a:prstGeom>
        </p:spPr>
      </p:pic>
      <p:pic>
        <p:nvPicPr>
          <p:cNvPr id="6" name="Picture 5" descr="A pixel art of a bow and arrow&#10;&#10;AI-generated content may be incorrect.">
            <a:extLst>
              <a:ext uri="{FF2B5EF4-FFF2-40B4-BE49-F238E27FC236}">
                <a16:creationId xmlns:a16="http://schemas.microsoft.com/office/drawing/2014/main" id="{A976AFE2-B3DF-5A58-CA0E-7E18E4860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667" y="5563408"/>
            <a:ext cx="739535" cy="605108"/>
          </a:xfrm>
          <a:prstGeom prst="rect">
            <a:avLst/>
          </a:prstGeom>
        </p:spPr>
      </p:pic>
      <p:pic>
        <p:nvPicPr>
          <p:cNvPr id="7" name="Picture 6" descr="A pixel art of a bow and arrow&#10;&#10;AI-generated content may be incorrect.">
            <a:extLst>
              <a:ext uri="{FF2B5EF4-FFF2-40B4-BE49-F238E27FC236}">
                <a16:creationId xmlns:a16="http://schemas.microsoft.com/office/drawing/2014/main" id="{A26A0F63-EF4D-2852-8B2B-3B5EBEFE2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282957" y="689485"/>
            <a:ext cx="726954" cy="734502"/>
          </a:xfrm>
          <a:prstGeom prst="rect">
            <a:avLst/>
          </a:prstGeom>
        </p:spPr>
      </p:pic>
      <p:pic>
        <p:nvPicPr>
          <p:cNvPr id="10" name="Picture 9" descr="A pixel art of a bow and arrow&#10;&#10;AI-generated content may be incorrect.">
            <a:extLst>
              <a:ext uri="{FF2B5EF4-FFF2-40B4-BE49-F238E27FC236}">
                <a16:creationId xmlns:a16="http://schemas.microsoft.com/office/drawing/2014/main" id="{1EB50FA9-F083-B4CB-A09D-4861BDD862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686" y="689485"/>
            <a:ext cx="653271" cy="734503"/>
          </a:xfrm>
          <a:prstGeom prst="rect">
            <a:avLst/>
          </a:prstGeom>
        </p:spPr>
      </p:pic>
      <p:pic>
        <p:nvPicPr>
          <p:cNvPr id="11" name="Picture 10" descr="A pixel art of a bow and arrow&#10;&#10;AI-generated content may be incorrect.">
            <a:extLst>
              <a:ext uri="{FF2B5EF4-FFF2-40B4-BE49-F238E27FC236}">
                <a16:creationId xmlns:a16="http://schemas.microsoft.com/office/drawing/2014/main" id="{6A6CE3DB-603D-85BA-26FB-2204E1C39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067296" y="5477146"/>
            <a:ext cx="784463" cy="662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F1E374-DB72-0E86-47A0-978524496DD6}"/>
              </a:ext>
            </a:extLst>
          </p:cNvPr>
          <p:cNvSpPr txBox="1"/>
          <p:nvPr/>
        </p:nvSpPr>
        <p:spPr>
          <a:xfrm>
            <a:off x="2038062" y="680919"/>
            <a:ext cx="8432178" cy="58785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noProof="0">
                <a:latin typeface="Segoe UI"/>
                <a:cs typeface="Segoe UI"/>
              </a:rPr>
              <a:t>Struggling with motivation</a:t>
            </a:r>
            <a:r>
              <a:rPr lang="en-GB" sz="2800">
                <a:latin typeface="Segoe UI"/>
                <a:cs typeface="Segoe UI"/>
              </a:rPr>
              <a:t> as a student</a:t>
            </a:r>
            <a:r>
              <a:rPr lang="en-GB" sz="2800" noProof="0">
                <a:latin typeface="Segoe UI"/>
                <a:cs typeface="Segoe UI"/>
              </a:rPr>
              <a:t>? </a:t>
            </a:r>
            <a:endParaRPr lang="en-US"/>
          </a:p>
          <a:p>
            <a:r>
              <a:rPr lang="en-GB" sz="2800" noProof="0">
                <a:latin typeface="Segoe UI"/>
                <a:cs typeface="Segoe UI"/>
              </a:rPr>
              <a:t>Need </a:t>
            </a:r>
            <a:r>
              <a:rPr lang="en-GB" sz="2800">
                <a:latin typeface="Segoe UI"/>
                <a:cs typeface="Segoe UI"/>
              </a:rPr>
              <a:t>more </a:t>
            </a:r>
            <a:r>
              <a:rPr lang="en-GB" sz="2800" noProof="0">
                <a:latin typeface="Segoe UI"/>
                <a:cs typeface="Segoe UI"/>
              </a:rPr>
              <a:t>incentives to meet your goals?</a:t>
            </a:r>
            <a:r>
              <a:rPr lang="en-GB" sz="2800">
                <a:latin typeface="Segoe UI"/>
                <a:cs typeface="Segoe UI"/>
              </a:rPr>
              <a:t> </a:t>
            </a:r>
            <a:endParaRPr lang="en-GB">
              <a:latin typeface="Aptos" panose="020B0004020202020204"/>
              <a:cs typeface="Segoe UI"/>
            </a:endParaRPr>
          </a:p>
          <a:p>
            <a:r>
              <a:rPr lang="en-GB" sz="2800">
                <a:latin typeface="Segoe UI"/>
                <a:cs typeface="Segoe UI"/>
              </a:rPr>
              <a:t>Do you love animals?</a:t>
            </a:r>
            <a:endParaRPr lang="en-GB"/>
          </a:p>
          <a:p>
            <a:endParaRPr lang="en-GB" sz="2800">
              <a:latin typeface="Segoe UI"/>
              <a:cs typeface="Segoe UI"/>
            </a:endParaRPr>
          </a:p>
          <a:p>
            <a:endParaRPr lang="en-GB" sz="2800">
              <a:latin typeface="Segoe UI"/>
              <a:cs typeface="Segoe UI"/>
            </a:endParaRPr>
          </a:p>
          <a:p>
            <a:r>
              <a:rPr lang="en-GB" sz="2800" b="1" i="1" noProof="0">
                <a:latin typeface="Segoe UI"/>
                <a:cs typeface="Segoe UI"/>
              </a:rPr>
              <a:t>Welcome to </a:t>
            </a:r>
            <a:r>
              <a:rPr lang="en-GB" sz="2800" b="1" i="1" noProof="0" err="1">
                <a:latin typeface="Segoe UI"/>
                <a:cs typeface="Segoe UI"/>
              </a:rPr>
              <a:t>Indago</a:t>
            </a:r>
            <a:r>
              <a:rPr lang="en-GB" sz="2800" b="1" i="1" noProof="0">
                <a:latin typeface="Segoe UI"/>
                <a:cs typeface="Segoe UI"/>
              </a:rPr>
              <a:t>!</a:t>
            </a:r>
            <a:r>
              <a:rPr lang="en-GB" sz="2800" noProof="0">
                <a:latin typeface="Segoe UI"/>
                <a:cs typeface="Segoe UI"/>
              </a:rPr>
              <a:t> </a:t>
            </a:r>
            <a:endParaRPr lang="en-GB" sz="2800"/>
          </a:p>
          <a:p>
            <a:endParaRPr lang="en-GB" sz="2800" noProof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3200">
                <a:latin typeface="Calibri"/>
                <a:ea typeface="Calibri"/>
                <a:cs typeface="Calibri"/>
              </a:rPr>
              <a:t>It is no secret many students experience procrastination, low motivation and poor time management due to unstructured workloads and competing priorities!</a:t>
            </a:r>
            <a:endParaRPr lang="en-GB" sz="3200">
              <a:latin typeface="Segoe UI" panose="020B0502040204020203" pitchFamily="34" charset="0"/>
              <a:ea typeface="Calibri"/>
              <a:cs typeface="Segoe UI" panose="020B0502040204020203" pitchFamily="34" charset="0"/>
            </a:endParaRPr>
          </a:p>
          <a:p>
            <a:endParaRPr lang="en-GB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GB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0833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77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BC167-F082-BC87-664E-1ACD476B0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65AF6028-DA1E-E819-BB80-B84A7AB6B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89FC0A8D-155A-51F0-9DAC-3B5956C28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06" y="334039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33051699-7685-D26D-1DB0-B1B1C78C9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251" y="326795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E8D6B617-670C-AE88-FA0B-72482900B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63672CB-FFD2-64B8-DE10-0F4F28F5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946" y="331017"/>
            <a:ext cx="5062108" cy="1325563"/>
          </a:xfrm>
        </p:spPr>
        <p:txBody>
          <a:bodyPr/>
          <a:lstStyle/>
          <a:p>
            <a:pPr algn="ctr"/>
            <a:r>
              <a:rPr lang="en-GB" noProof="0"/>
              <a:t>Prototype Demonstration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5EA87F23-195D-E23F-1C40-E8E3FCA3D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96552" y="1160238"/>
            <a:ext cx="789137" cy="8369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8D4266-8B02-8C2D-BA65-B2DEFAC75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544" y="1163039"/>
            <a:ext cx="803516" cy="8369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18B786-E890-10CC-0829-843B30E74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541" y="6022588"/>
            <a:ext cx="803517" cy="8369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4DC760-1FC6-BFB7-44B5-6F85901DB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676" y="6022587"/>
            <a:ext cx="803515" cy="8369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680B54-4273-492D-5757-BA4F6DDBF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530" y="-250884"/>
            <a:ext cx="961846" cy="8612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BD4765-3B8C-24E6-473E-1744E599C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1247" y="-265262"/>
            <a:ext cx="918713" cy="8755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1122F5-06DD-DC66-F48E-BDFA1D00F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1246" y="4134210"/>
            <a:ext cx="918712" cy="10049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371699-49E4-2EBE-161A-B7144D31A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85" y="4148587"/>
            <a:ext cx="918713" cy="990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FD28F0-AA75-FCBF-B144-13E48AC6BA70}"/>
              </a:ext>
            </a:extLst>
          </p:cNvPr>
          <p:cNvSpPr txBox="1"/>
          <p:nvPr/>
        </p:nvSpPr>
        <p:spPr>
          <a:xfrm>
            <a:off x="2860475" y="2828835"/>
            <a:ext cx="64710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noProof="0"/>
              <a:t>We will now give a quick demonstration of the </a:t>
            </a:r>
            <a:r>
              <a:rPr lang="en-GB" sz="3600" noProof="0">
                <a:hlinkClick r:id="rId6"/>
              </a:rPr>
              <a:t>prototype!</a:t>
            </a:r>
            <a:endParaRPr lang="en-GB" sz="3600" noProof="0"/>
          </a:p>
        </p:txBody>
      </p:sp>
    </p:spTree>
    <p:extLst>
      <p:ext uri="{BB962C8B-B14F-4D97-AF65-F5344CB8AC3E}">
        <p14:creationId xmlns:p14="http://schemas.microsoft.com/office/powerpoint/2010/main" val="1765376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492A1C-AAAD-C6EB-B059-5953403AA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rototype">
            <a:extLst>
              <a:ext uri="{FF2B5EF4-FFF2-40B4-BE49-F238E27FC236}">
                <a16:creationId xmlns:a16="http://schemas.microsoft.com/office/drawing/2014/main" id="{4CCAB899-D824-38F1-9034-E1EE3B46C7ED}"/>
              </a:ext>
            </a:extLst>
          </p:cNvPr>
          <p:cNvGrpSpPr/>
          <p:nvPr/>
        </p:nvGrpSpPr>
        <p:grpSpPr>
          <a:xfrm>
            <a:off x="4238990" y="1657149"/>
            <a:ext cx="2169145" cy="4795178"/>
            <a:chOff x="5011428" y="1709341"/>
            <a:chExt cx="2169145" cy="4795178"/>
          </a:xfrm>
        </p:grpSpPr>
        <p:pic>
          <p:nvPicPr>
            <p:cNvPr id="12" name="Prototype">
              <a:extLst>
                <a:ext uri="{FF2B5EF4-FFF2-40B4-BE49-F238E27FC236}">
                  <a16:creationId xmlns:a16="http://schemas.microsoft.com/office/drawing/2014/main" id="{16A1C8DB-2ACE-91CA-0F4D-3B7467E71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1428" y="1709341"/>
              <a:ext cx="2169145" cy="4716000"/>
            </a:xfrm>
            <a:prstGeom prst="rect">
              <a:avLst/>
            </a:prstGeom>
          </p:spPr>
        </p:pic>
        <p:pic>
          <p:nvPicPr>
            <p:cNvPr id="36" name="House">
              <a:extLst>
                <a:ext uri="{FF2B5EF4-FFF2-40B4-BE49-F238E27FC236}">
                  <a16:creationId xmlns:a16="http://schemas.microsoft.com/office/drawing/2014/main" id="{019A51C8-3FE3-3BE9-FEFA-443B90F18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4783" y="5902086"/>
              <a:ext cx="602433" cy="602433"/>
            </a:xfrm>
            <a:prstGeom prst="rect">
              <a:avLst/>
            </a:prstGeom>
          </p:spPr>
        </p:pic>
      </p:grpSp>
      <p:sp>
        <p:nvSpPr>
          <p:cNvPr id="30" name="arrow">
            <a:extLst>
              <a:ext uri="{FF2B5EF4-FFF2-40B4-BE49-F238E27FC236}">
                <a16:creationId xmlns:a16="http://schemas.microsoft.com/office/drawing/2014/main" id="{F910DE13-5E7C-E8B2-9480-413DBD17BCC2}"/>
              </a:ext>
            </a:extLst>
          </p:cNvPr>
          <p:cNvSpPr/>
          <p:nvPr/>
        </p:nvSpPr>
        <p:spPr>
          <a:xfrm flipH="1" flipV="1">
            <a:off x="6211304" y="1572745"/>
            <a:ext cx="1195065" cy="1857696"/>
          </a:xfrm>
          <a:custGeom>
            <a:avLst/>
            <a:gdLst/>
            <a:ahLst/>
            <a:cxnLst/>
            <a:rect l="l" t="t" r="r" b="b"/>
            <a:pathLst>
              <a:path w="3566160" h="4114800">
                <a:moveTo>
                  <a:pt x="0" y="0"/>
                </a:moveTo>
                <a:lnTo>
                  <a:pt x="3566160" y="0"/>
                </a:lnTo>
                <a:lnTo>
                  <a:pt x="35661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effectLst>
            <a:outerShdw blurRad="76200" dist="50800" dir="5400000" algn="ctr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noProof="0"/>
          </a:p>
        </p:txBody>
      </p:sp>
      <p:sp>
        <p:nvSpPr>
          <p:cNvPr id="34" name="arrow">
            <a:extLst>
              <a:ext uri="{FF2B5EF4-FFF2-40B4-BE49-F238E27FC236}">
                <a16:creationId xmlns:a16="http://schemas.microsoft.com/office/drawing/2014/main" id="{C6AAAB88-26D9-5781-D95A-4C8A719AFAFD}"/>
              </a:ext>
            </a:extLst>
          </p:cNvPr>
          <p:cNvSpPr/>
          <p:nvPr/>
        </p:nvSpPr>
        <p:spPr>
          <a:xfrm rot="6583475" flipV="1">
            <a:off x="6403531" y="3760252"/>
            <a:ext cx="1160130" cy="1687462"/>
          </a:xfrm>
          <a:custGeom>
            <a:avLst/>
            <a:gdLst/>
            <a:ahLst/>
            <a:cxnLst/>
            <a:rect l="l" t="t" r="r" b="b"/>
            <a:pathLst>
              <a:path w="2828925" h="4114800">
                <a:moveTo>
                  <a:pt x="0" y="0"/>
                </a:moveTo>
                <a:lnTo>
                  <a:pt x="2828925" y="0"/>
                </a:lnTo>
                <a:lnTo>
                  <a:pt x="28289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76200" dist="50800" dir="5400000" algn="ctr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223D4F47-9E76-C78E-D971-B14E962A4E43}"/>
              </a:ext>
            </a:extLst>
          </p:cNvPr>
          <p:cNvSpPr txBox="1"/>
          <p:nvPr/>
        </p:nvSpPr>
        <p:spPr>
          <a:xfrm>
            <a:off x="6816124" y="5106336"/>
            <a:ext cx="2882004" cy="1530191"/>
          </a:xfrm>
          <a:custGeom>
            <a:avLst/>
            <a:gdLst>
              <a:gd name="csX0" fmla="*/ 0 w 2882004"/>
              <a:gd name="csY0" fmla="*/ 424689 h 1530191"/>
              <a:gd name="csX1" fmla="*/ 424689 w 2882004"/>
              <a:gd name="csY1" fmla="*/ 0 h 1530191"/>
              <a:gd name="csX2" fmla="*/ 871867 w 2882004"/>
              <a:gd name="csY2" fmla="*/ 0 h 1530191"/>
              <a:gd name="csX3" fmla="*/ 1380023 w 2882004"/>
              <a:gd name="csY3" fmla="*/ 0 h 1530191"/>
              <a:gd name="csX4" fmla="*/ 1867853 w 2882004"/>
              <a:gd name="csY4" fmla="*/ 0 h 1530191"/>
              <a:gd name="csX5" fmla="*/ 2457315 w 2882004"/>
              <a:gd name="csY5" fmla="*/ 0 h 1530191"/>
              <a:gd name="csX6" fmla="*/ 2882004 w 2882004"/>
              <a:gd name="csY6" fmla="*/ 424689 h 1530191"/>
              <a:gd name="csX7" fmla="*/ 2882004 w 2882004"/>
              <a:gd name="csY7" fmla="*/ 778712 h 1530191"/>
              <a:gd name="csX8" fmla="*/ 2882004 w 2882004"/>
              <a:gd name="csY8" fmla="*/ 1105502 h 1530191"/>
              <a:gd name="csX9" fmla="*/ 2457315 w 2882004"/>
              <a:gd name="csY9" fmla="*/ 1530191 h 1530191"/>
              <a:gd name="csX10" fmla="*/ 1928832 w 2882004"/>
              <a:gd name="csY10" fmla="*/ 1530191 h 1530191"/>
              <a:gd name="csX11" fmla="*/ 1441002 w 2882004"/>
              <a:gd name="csY11" fmla="*/ 1530191 h 1530191"/>
              <a:gd name="csX12" fmla="*/ 993824 w 2882004"/>
              <a:gd name="csY12" fmla="*/ 1530191 h 1530191"/>
              <a:gd name="csX13" fmla="*/ 424689 w 2882004"/>
              <a:gd name="csY13" fmla="*/ 1530191 h 1530191"/>
              <a:gd name="csX14" fmla="*/ 0 w 2882004"/>
              <a:gd name="csY14" fmla="*/ 1105502 h 1530191"/>
              <a:gd name="csX15" fmla="*/ 0 w 2882004"/>
              <a:gd name="csY15" fmla="*/ 778712 h 1530191"/>
              <a:gd name="csX16" fmla="*/ 0 w 2882004"/>
              <a:gd name="csY16" fmla="*/ 424689 h 15301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882004" h="1530191" fill="none" extrusionOk="0">
                <a:moveTo>
                  <a:pt x="0" y="424689"/>
                </a:moveTo>
                <a:cubicBezTo>
                  <a:pt x="-39203" y="245941"/>
                  <a:pt x="255359" y="-1197"/>
                  <a:pt x="424689" y="0"/>
                </a:cubicBezTo>
                <a:cubicBezTo>
                  <a:pt x="564241" y="-28057"/>
                  <a:pt x="675229" y="33737"/>
                  <a:pt x="871867" y="0"/>
                </a:cubicBezTo>
                <a:cubicBezTo>
                  <a:pt x="1068505" y="-33737"/>
                  <a:pt x="1126338" y="57705"/>
                  <a:pt x="1380023" y="0"/>
                </a:cubicBezTo>
                <a:cubicBezTo>
                  <a:pt x="1633708" y="-57705"/>
                  <a:pt x="1769109" y="33884"/>
                  <a:pt x="1867853" y="0"/>
                </a:cubicBezTo>
                <a:cubicBezTo>
                  <a:pt x="1966597" y="-33884"/>
                  <a:pt x="2244244" y="64307"/>
                  <a:pt x="2457315" y="0"/>
                </a:cubicBezTo>
                <a:cubicBezTo>
                  <a:pt x="2693138" y="8089"/>
                  <a:pt x="2846180" y="157935"/>
                  <a:pt x="2882004" y="424689"/>
                </a:cubicBezTo>
                <a:cubicBezTo>
                  <a:pt x="2914883" y="564576"/>
                  <a:pt x="2847361" y="618516"/>
                  <a:pt x="2882004" y="778712"/>
                </a:cubicBezTo>
                <a:cubicBezTo>
                  <a:pt x="2916647" y="938908"/>
                  <a:pt x="2856297" y="964929"/>
                  <a:pt x="2882004" y="1105502"/>
                </a:cubicBezTo>
                <a:cubicBezTo>
                  <a:pt x="2894331" y="1321571"/>
                  <a:pt x="2721492" y="1575751"/>
                  <a:pt x="2457315" y="1530191"/>
                </a:cubicBezTo>
                <a:cubicBezTo>
                  <a:pt x="2286777" y="1553600"/>
                  <a:pt x="2076954" y="1469843"/>
                  <a:pt x="1928832" y="1530191"/>
                </a:cubicBezTo>
                <a:cubicBezTo>
                  <a:pt x="1780710" y="1590539"/>
                  <a:pt x="1663764" y="1491752"/>
                  <a:pt x="1441002" y="1530191"/>
                </a:cubicBezTo>
                <a:cubicBezTo>
                  <a:pt x="1218240" y="1568630"/>
                  <a:pt x="1140701" y="1496544"/>
                  <a:pt x="993824" y="1530191"/>
                </a:cubicBezTo>
                <a:cubicBezTo>
                  <a:pt x="846947" y="1563838"/>
                  <a:pt x="646698" y="1505477"/>
                  <a:pt x="424689" y="1530191"/>
                </a:cubicBezTo>
                <a:cubicBezTo>
                  <a:pt x="201417" y="1531570"/>
                  <a:pt x="-49873" y="1319783"/>
                  <a:pt x="0" y="1105502"/>
                </a:cubicBezTo>
                <a:cubicBezTo>
                  <a:pt x="-4666" y="1019077"/>
                  <a:pt x="21926" y="844574"/>
                  <a:pt x="0" y="778712"/>
                </a:cubicBezTo>
                <a:cubicBezTo>
                  <a:pt x="-21926" y="712850"/>
                  <a:pt x="42236" y="594352"/>
                  <a:pt x="0" y="424689"/>
                </a:cubicBezTo>
                <a:close/>
              </a:path>
              <a:path w="2882004" h="1530191" stroke="0" extrusionOk="0">
                <a:moveTo>
                  <a:pt x="0" y="424689"/>
                </a:moveTo>
                <a:cubicBezTo>
                  <a:pt x="-51729" y="235339"/>
                  <a:pt x="160065" y="-25883"/>
                  <a:pt x="424689" y="0"/>
                </a:cubicBezTo>
                <a:cubicBezTo>
                  <a:pt x="617542" y="-24541"/>
                  <a:pt x="749934" y="10370"/>
                  <a:pt x="973498" y="0"/>
                </a:cubicBezTo>
                <a:cubicBezTo>
                  <a:pt x="1197062" y="-10370"/>
                  <a:pt x="1298287" y="56028"/>
                  <a:pt x="1461328" y="0"/>
                </a:cubicBezTo>
                <a:cubicBezTo>
                  <a:pt x="1624369" y="-56028"/>
                  <a:pt x="1758788" y="8538"/>
                  <a:pt x="1928832" y="0"/>
                </a:cubicBezTo>
                <a:cubicBezTo>
                  <a:pt x="2098876" y="-8538"/>
                  <a:pt x="2290305" y="32132"/>
                  <a:pt x="2457315" y="0"/>
                </a:cubicBezTo>
                <a:cubicBezTo>
                  <a:pt x="2698884" y="8959"/>
                  <a:pt x="2897945" y="209333"/>
                  <a:pt x="2882004" y="424689"/>
                </a:cubicBezTo>
                <a:cubicBezTo>
                  <a:pt x="2917243" y="595591"/>
                  <a:pt x="2855481" y="643631"/>
                  <a:pt x="2882004" y="778712"/>
                </a:cubicBezTo>
                <a:cubicBezTo>
                  <a:pt x="2908527" y="913793"/>
                  <a:pt x="2851287" y="1036482"/>
                  <a:pt x="2882004" y="1105502"/>
                </a:cubicBezTo>
                <a:cubicBezTo>
                  <a:pt x="2902680" y="1316655"/>
                  <a:pt x="2664893" y="1522043"/>
                  <a:pt x="2457315" y="1530191"/>
                </a:cubicBezTo>
                <a:cubicBezTo>
                  <a:pt x="2251258" y="1546140"/>
                  <a:pt x="2044864" y="1497547"/>
                  <a:pt x="1908506" y="1530191"/>
                </a:cubicBezTo>
                <a:cubicBezTo>
                  <a:pt x="1772148" y="1562835"/>
                  <a:pt x="1581441" y="1476164"/>
                  <a:pt x="1420676" y="1530191"/>
                </a:cubicBezTo>
                <a:cubicBezTo>
                  <a:pt x="1259911" y="1584218"/>
                  <a:pt x="1116122" y="1515083"/>
                  <a:pt x="912519" y="1530191"/>
                </a:cubicBezTo>
                <a:cubicBezTo>
                  <a:pt x="708916" y="1545299"/>
                  <a:pt x="628720" y="1476823"/>
                  <a:pt x="424689" y="1530191"/>
                </a:cubicBezTo>
                <a:cubicBezTo>
                  <a:pt x="210311" y="1519855"/>
                  <a:pt x="-7411" y="1334152"/>
                  <a:pt x="0" y="1105502"/>
                </a:cubicBezTo>
                <a:cubicBezTo>
                  <a:pt x="-14742" y="991324"/>
                  <a:pt x="19150" y="920844"/>
                  <a:pt x="0" y="785520"/>
                </a:cubicBezTo>
                <a:cubicBezTo>
                  <a:pt x="-19150" y="650196"/>
                  <a:pt x="36284" y="582716"/>
                  <a:pt x="0" y="424689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82142188">
                  <a:prstGeom prst="roundRect">
                    <a:avLst>
                      <a:gd name="adj" fmla="val 2775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Our prototype uses shades of blue and </a:t>
            </a:r>
            <a:r>
              <a:rPr lang="en-GB" sz="1300">
                <a:solidFill>
                  <a:srgbClr val="25589B"/>
                </a:solidFill>
                <a:latin typeface="Segoe UI"/>
                <a:cs typeface="Segoe UI"/>
              </a:rPr>
              <a:t>white </a:t>
            </a:r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to portray a calming theme that gets people </a:t>
            </a:r>
            <a:r>
              <a:rPr lang="en-GB" sz="1300">
                <a:solidFill>
                  <a:srgbClr val="25589B"/>
                </a:solidFill>
                <a:latin typeface="Segoe UI"/>
                <a:cs typeface="Segoe UI"/>
              </a:rPr>
              <a:t>into</a:t>
            </a:r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 a relaxed mindset, ready to start working on their projects and assignments.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1D290F1-E094-7D06-D107-72DD7F6804B0}"/>
              </a:ext>
            </a:extLst>
          </p:cNvPr>
          <p:cNvSpPr txBox="1"/>
          <p:nvPr/>
        </p:nvSpPr>
        <p:spPr>
          <a:xfrm>
            <a:off x="350298" y="2713953"/>
            <a:ext cx="3475392" cy="2250519"/>
          </a:xfrm>
          <a:custGeom>
            <a:avLst/>
            <a:gdLst>
              <a:gd name="csX0" fmla="*/ 1013668 w 3475392"/>
              <a:gd name="csY0" fmla="*/ 2531834 h 2250519"/>
              <a:gd name="csX1" fmla="*/ 883738 w 3475392"/>
              <a:gd name="csY1" fmla="*/ 2105267 h 2250519"/>
              <a:gd name="csX2" fmla="*/ 525996 w 3475392"/>
              <a:gd name="csY2" fmla="*/ 318699 h 2250519"/>
              <a:gd name="csX3" fmla="*/ 2265907 w 3475392"/>
              <a:gd name="csY3" fmla="*/ 53246 h 2250519"/>
              <a:gd name="csX4" fmla="*/ 3275568 w 3475392"/>
              <a:gd name="csY4" fmla="*/ 1649156 h 2250519"/>
              <a:gd name="csX5" fmla="*/ 1512845 w 3475392"/>
              <a:gd name="csY5" fmla="*/ 2241059 h 2250519"/>
              <a:gd name="csX6" fmla="*/ 1013668 w 3475392"/>
              <a:gd name="csY6" fmla="*/ 2531834 h 2250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475392" h="2250519" fill="none" extrusionOk="0">
                <a:moveTo>
                  <a:pt x="1013668" y="2531834"/>
                </a:moveTo>
                <a:cubicBezTo>
                  <a:pt x="942576" y="2339883"/>
                  <a:pt x="935262" y="2218043"/>
                  <a:pt x="883738" y="2105267"/>
                </a:cubicBezTo>
                <a:cubicBezTo>
                  <a:pt x="-159343" y="1618727"/>
                  <a:pt x="-367802" y="832012"/>
                  <a:pt x="525996" y="318699"/>
                </a:cubicBezTo>
                <a:cubicBezTo>
                  <a:pt x="897075" y="26547"/>
                  <a:pt x="1533880" y="-127012"/>
                  <a:pt x="2265907" y="53246"/>
                </a:cubicBezTo>
                <a:cubicBezTo>
                  <a:pt x="3250346" y="295990"/>
                  <a:pt x="3686381" y="1085012"/>
                  <a:pt x="3275568" y="1649156"/>
                </a:cubicBezTo>
                <a:cubicBezTo>
                  <a:pt x="3033650" y="2187914"/>
                  <a:pt x="2242724" y="2314888"/>
                  <a:pt x="1512845" y="2241059"/>
                </a:cubicBezTo>
                <a:cubicBezTo>
                  <a:pt x="1293244" y="2421399"/>
                  <a:pt x="1185002" y="2392121"/>
                  <a:pt x="1013668" y="2531834"/>
                </a:cubicBezTo>
                <a:close/>
              </a:path>
              <a:path w="3475392" h="2250519" stroke="0" extrusionOk="0">
                <a:moveTo>
                  <a:pt x="1013668" y="2531834"/>
                </a:moveTo>
                <a:cubicBezTo>
                  <a:pt x="927546" y="2417034"/>
                  <a:pt x="966695" y="2248141"/>
                  <a:pt x="883738" y="2105267"/>
                </a:cubicBezTo>
                <a:cubicBezTo>
                  <a:pt x="-242850" y="1496317"/>
                  <a:pt x="-338152" y="732389"/>
                  <a:pt x="525996" y="318699"/>
                </a:cubicBezTo>
                <a:cubicBezTo>
                  <a:pt x="1007670" y="49460"/>
                  <a:pt x="1499889" y="-12"/>
                  <a:pt x="2265907" y="53246"/>
                </a:cubicBezTo>
                <a:cubicBezTo>
                  <a:pt x="3193101" y="100620"/>
                  <a:pt x="3978826" y="1067942"/>
                  <a:pt x="3275568" y="1649156"/>
                </a:cubicBezTo>
                <a:cubicBezTo>
                  <a:pt x="2955947" y="1927272"/>
                  <a:pt x="2251236" y="2272546"/>
                  <a:pt x="1512845" y="2241059"/>
                </a:cubicBezTo>
                <a:cubicBezTo>
                  <a:pt x="1408776" y="2332673"/>
                  <a:pt x="1142137" y="2394310"/>
                  <a:pt x="1013668" y="2531834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82142188">
                  <a:prstGeom prst="wedgeEllipseCallou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noProof="0">
                <a:solidFill>
                  <a:srgbClr val="25589B"/>
                </a:solidFill>
                <a:latin typeface="Segoe UI"/>
                <a:cs typeface="Segoe UI"/>
              </a:rPr>
              <a:t>Why animals? We decided to use animals as we feel it is something lots of students will want to see thrive, people often have a strong affection for animals, so why not use that to help them?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BAE78F9F-A6CC-D9FE-1B38-0CFEE825BE21}"/>
              </a:ext>
            </a:extLst>
          </p:cNvPr>
          <p:cNvSpPr txBox="1"/>
          <p:nvPr/>
        </p:nvSpPr>
        <p:spPr>
          <a:xfrm>
            <a:off x="6815375" y="1845619"/>
            <a:ext cx="3946491" cy="2881342"/>
          </a:xfrm>
          <a:custGeom>
            <a:avLst/>
            <a:gdLst>
              <a:gd name="csX0" fmla="*/ 356280 w 3946491"/>
              <a:gd name="csY0" fmla="*/ 958446 h 2881342"/>
              <a:gd name="csX1" fmla="*/ 513683 w 3946491"/>
              <a:gd name="csY1" fmla="*/ 460681 h 2881342"/>
              <a:gd name="csX2" fmla="*/ 1279412 w 3946491"/>
              <a:gd name="csY2" fmla="*/ 346961 h 2881342"/>
              <a:gd name="csX3" fmla="*/ 2051444 w 3946491"/>
              <a:gd name="csY3" fmla="*/ 228906 h 2881342"/>
              <a:gd name="csX4" fmla="*/ 2352273 w 3946491"/>
              <a:gd name="csY4" fmla="*/ 13339 h 2881342"/>
              <a:gd name="csX5" fmla="*/ 2725362 w 3946491"/>
              <a:gd name="csY5" fmla="*/ 165477 h 2881342"/>
              <a:gd name="csX6" fmla="*/ 3239685 w 3946491"/>
              <a:gd name="csY6" fmla="*/ 46021 h 2881342"/>
              <a:gd name="csX7" fmla="*/ 3500500 w 3946491"/>
              <a:gd name="csY7" fmla="*/ 371906 h 2881342"/>
              <a:gd name="csX8" fmla="*/ 3835221 w 3946491"/>
              <a:gd name="csY8" fmla="*/ 688187 h 2881342"/>
              <a:gd name="csX9" fmla="*/ 3820239 w 3946491"/>
              <a:gd name="csY9" fmla="*/ 1031146 h 2881342"/>
              <a:gd name="csX10" fmla="*/ 3929681 w 3946491"/>
              <a:gd name="csY10" fmla="*/ 1555524 h 2881342"/>
              <a:gd name="csX11" fmla="*/ 3417003 w 3946491"/>
              <a:gd name="csY11" fmla="*/ 2014538 h 2881342"/>
              <a:gd name="csX12" fmla="*/ 3233473 w 3946491"/>
              <a:gd name="csY12" fmla="*/ 2407854 h 2881342"/>
              <a:gd name="csX13" fmla="*/ 2608612 w 3946491"/>
              <a:gd name="csY13" fmla="*/ 2455476 h 2881342"/>
              <a:gd name="csX14" fmla="*/ 2162074 w 3946491"/>
              <a:gd name="csY14" fmla="*/ 2875072 h 2881342"/>
              <a:gd name="csX15" fmla="*/ 1505513 w 3946491"/>
              <a:gd name="csY15" fmla="*/ 2618953 h 2881342"/>
              <a:gd name="csX16" fmla="*/ 530218 w 3946491"/>
              <a:gd name="csY16" fmla="*/ 2365901 h 2881342"/>
              <a:gd name="csX17" fmla="*/ 101402 w 3946491"/>
              <a:gd name="csY17" fmla="*/ 2084304 h 2881342"/>
              <a:gd name="csX18" fmla="*/ 193030 w 3946491"/>
              <a:gd name="csY18" fmla="*/ 1704193 h 2881342"/>
              <a:gd name="csX19" fmla="*/ -457 w 3946491"/>
              <a:gd name="csY19" fmla="*/ 1314212 h 2881342"/>
              <a:gd name="csX20" fmla="*/ 352900 w 3946491"/>
              <a:gd name="csY20" fmla="*/ 967583 h 2881342"/>
              <a:gd name="csX21" fmla="*/ 356280 w 3946491"/>
              <a:gd name="csY21" fmla="*/ 958446 h 2881342"/>
              <a:gd name="csX0" fmla="*/ 428724 w 3946491"/>
              <a:gd name="csY0" fmla="*/ 1745946 h 2881342"/>
              <a:gd name="csX1" fmla="*/ 197324 w 3946491"/>
              <a:gd name="csY1" fmla="*/ 1692788 h 2881342"/>
              <a:gd name="csX2" fmla="*/ 632900 w 3946491"/>
              <a:gd name="csY2" fmla="*/ 2327684 h 2881342"/>
              <a:gd name="csX3" fmla="*/ 531680 w 3946491"/>
              <a:gd name="csY3" fmla="*/ 2353095 h 2881342"/>
              <a:gd name="csX4" fmla="*/ 1505330 w 3946491"/>
              <a:gd name="csY4" fmla="*/ 2607214 h 2881342"/>
              <a:gd name="csX5" fmla="*/ 1444306 w 3946491"/>
              <a:gd name="csY5" fmla="*/ 2491160 h 2881342"/>
              <a:gd name="csX6" fmla="*/ 2633460 w 3946491"/>
              <a:gd name="csY6" fmla="*/ 2317812 h 2881342"/>
              <a:gd name="csX7" fmla="*/ 2609069 w 3946491"/>
              <a:gd name="csY7" fmla="*/ 2445138 h 2881342"/>
              <a:gd name="csX8" fmla="*/ 3117819 w 3946491"/>
              <a:gd name="csY8" fmla="*/ 1530979 h 2881342"/>
              <a:gd name="csX9" fmla="*/ 3414810 w 3946491"/>
              <a:gd name="csY9" fmla="*/ 2006934 h 2881342"/>
              <a:gd name="csX10" fmla="*/ 3818412 w 3946491"/>
              <a:gd name="csY10" fmla="*/ 1024076 h 2881342"/>
              <a:gd name="csX11" fmla="*/ 3686132 w 3946491"/>
              <a:gd name="csY11" fmla="*/ 1202560 h 2881342"/>
              <a:gd name="csX12" fmla="*/ 3501049 w 3946491"/>
              <a:gd name="csY12" fmla="*/ 361901 h 2881342"/>
              <a:gd name="csX13" fmla="*/ 3507992 w 3946491"/>
              <a:gd name="csY13" fmla="*/ 446207 h 2881342"/>
              <a:gd name="csX14" fmla="*/ 2656390 w 3946491"/>
              <a:gd name="csY14" fmla="*/ 263589 h 2881342"/>
              <a:gd name="csX15" fmla="*/ 2724175 w 3946491"/>
              <a:gd name="csY15" fmla="*/ 156072 h 2881342"/>
              <a:gd name="csX16" fmla="*/ 2022667 w 3946491"/>
              <a:gd name="csY16" fmla="*/ 314813 h 2881342"/>
              <a:gd name="csX17" fmla="*/ 2055464 w 3946491"/>
              <a:gd name="csY17" fmla="*/ 222103 h 2881342"/>
              <a:gd name="csX18" fmla="*/ 1278955 w 3946491"/>
              <a:gd name="csY18" fmla="*/ 346294 h 2881342"/>
              <a:gd name="csX19" fmla="*/ 1397715 w 3946491"/>
              <a:gd name="csY19" fmla="*/ 436203 h 2881342"/>
              <a:gd name="csX20" fmla="*/ 377017 w 3946491"/>
              <a:gd name="csY20" fmla="*/ 1053090 h 2881342"/>
              <a:gd name="csX21" fmla="*/ 356280 w 3946491"/>
              <a:gd name="csY21" fmla="*/ 958446 h 2881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946491" h="2881342" fill="none" extrusionOk="0">
                <a:moveTo>
                  <a:pt x="356280" y="958446"/>
                </a:moveTo>
                <a:cubicBezTo>
                  <a:pt x="326320" y="777969"/>
                  <a:pt x="408165" y="557043"/>
                  <a:pt x="513683" y="460681"/>
                </a:cubicBezTo>
                <a:cubicBezTo>
                  <a:pt x="771252" y="251019"/>
                  <a:pt x="1005569" y="207246"/>
                  <a:pt x="1279412" y="346961"/>
                </a:cubicBezTo>
                <a:cubicBezTo>
                  <a:pt x="1366506" y="19276"/>
                  <a:pt x="1784961" y="8374"/>
                  <a:pt x="2051444" y="228906"/>
                </a:cubicBezTo>
                <a:cubicBezTo>
                  <a:pt x="2106392" y="110203"/>
                  <a:pt x="2229500" y="61892"/>
                  <a:pt x="2352273" y="13339"/>
                </a:cubicBezTo>
                <a:cubicBezTo>
                  <a:pt x="2485148" y="-18743"/>
                  <a:pt x="2626871" y="64329"/>
                  <a:pt x="2725362" y="165477"/>
                </a:cubicBezTo>
                <a:cubicBezTo>
                  <a:pt x="2845113" y="40929"/>
                  <a:pt x="3087425" y="-39676"/>
                  <a:pt x="3239685" y="46021"/>
                </a:cubicBezTo>
                <a:cubicBezTo>
                  <a:pt x="3404011" y="127767"/>
                  <a:pt x="3471872" y="230793"/>
                  <a:pt x="3500500" y="371906"/>
                </a:cubicBezTo>
                <a:cubicBezTo>
                  <a:pt x="3658090" y="410211"/>
                  <a:pt x="3807398" y="514925"/>
                  <a:pt x="3835221" y="688187"/>
                </a:cubicBezTo>
                <a:cubicBezTo>
                  <a:pt x="3850796" y="784313"/>
                  <a:pt x="3854192" y="923997"/>
                  <a:pt x="3820239" y="1031146"/>
                </a:cubicBezTo>
                <a:cubicBezTo>
                  <a:pt x="3955128" y="1195765"/>
                  <a:pt x="3940935" y="1391035"/>
                  <a:pt x="3929681" y="1555524"/>
                </a:cubicBezTo>
                <a:cubicBezTo>
                  <a:pt x="3896036" y="1802707"/>
                  <a:pt x="3699058" y="1931016"/>
                  <a:pt x="3417003" y="2014538"/>
                </a:cubicBezTo>
                <a:cubicBezTo>
                  <a:pt x="3426233" y="2174740"/>
                  <a:pt x="3356686" y="2326874"/>
                  <a:pt x="3233473" y="2407854"/>
                </a:cubicBezTo>
                <a:cubicBezTo>
                  <a:pt x="3076391" y="2570250"/>
                  <a:pt x="2842022" y="2544854"/>
                  <a:pt x="2608612" y="2455476"/>
                </a:cubicBezTo>
                <a:cubicBezTo>
                  <a:pt x="2534062" y="2678192"/>
                  <a:pt x="2418022" y="2851904"/>
                  <a:pt x="2162074" y="2875072"/>
                </a:cubicBezTo>
                <a:cubicBezTo>
                  <a:pt x="1906357" y="2942053"/>
                  <a:pt x="1623070" y="2864976"/>
                  <a:pt x="1505513" y="2618953"/>
                </a:cubicBezTo>
                <a:cubicBezTo>
                  <a:pt x="1122002" y="2764263"/>
                  <a:pt x="686001" y="2680834"/>
                  <a:pt x="530218" y="2365901"/>
                </a:cubicBezTo>
                <a:cubicBezTo>
                  <a:pt x="340652" y="2408417"/>
                  <a:pt x="186038" y="2244740"/>
                  <a:pt x="101402" y="2084304"/>
                </a:cubicBezTo>
                <a:cubicBezTo>
                  <a:pt x="37116" y="1932676"/>
                  <a:pt x="104101" y="1804533"/>
                  <a:pt x="193030" y="1704193"/>
                </a:cubicBezTo>
                <a:cubicBezTo>
                  <a:pt x="93990" y="1613662"/>
                  <a:pt x="-32909" y="1495372"/>
                  <a:pt x="-457" y="1314212"/>
                </a:cubicBezTo>
                <a:cubicBezTo>
                  <a:pt x="11632" y="1130428"/>
                  <a:pt x="162421" y="978853"/>
                  <a:pt x="352900" y="967583"/>
                </a:cubicBezTo>
                <a:cubicBezTo>
                  <a:pt x="354072" y="964436"/>
                  <a:pt x="355565" y="961661"/>
                  <a:pt x="356280" y="958446"/>
                </a:cubicBezTo>
                <a:close/>
              </a:path>
              <a:path w="3946491" h="2881342" fill="none" extrusionOk="0">
                <a:moveTo>
                  <a:pt x="428724" y="1745946"/>
                </a:moveTo>
                <a:cubicBezTo>
                  <a:pt x="344273" y="1744384"/>
                  <a:pt x="267776" y="1735649"/>
                  <a:pt x="197324" y="1692788"/>
                </a:cubicBezTo>
                <a:moveTo>
                  <a:pt x="632900" y="2327684"/>
                </a:moveTo>
                <a:cubicBezTo>
                  <a:pt x="603716" y="2346899"/>
                  <a:pt x="561301" y="2344864"/>
                  <a:pt x="531680" y="2353095"/>
                </a:cubicBezTo>
                <a:moveTo>
                  <a:pt x="1505330" y="2607214"/>
                </a:moveTo>
                <a:cubicBezTo>
                  <a:pt x="1476738" y="2574189"/>
                  <a:pt x="1466877" y="2536216"/>
                  <a:pt x="1444306" y="2491160"/>
                </a:cubicBezTo>
                <a:moveTo>
                  <a:pt x="2633460" y="2317812"/>
                </a:moveTo>
                <a:cubicBezTo>
                  <a:pt x="2628877" y="2356956"/>
                  <a:pt x="2618370" y="2405724"/>
                  <a:pt x="2609069" y="2445138"/>
                </a:cubicBezTo>
                <a:moveTo>
                  <a:pt x="3117819" y="1530979"/>
                </a:moveTo>
                <a:cubicBezTo>
                  <a:pt x="3334025" y="1615540"/>
                  <a:pt x="3379769" y="1814118"/>
                  <a:pt x="3414810" y="2006934"/>
                </a:cubicBezTo>
                <a:moveTo>
                  <a:pt x="3818412" y="1024076"/>
                </a:moveTo>
                <a:cubicBezTo>
                  <a:pt x="3795611" y="1098291"/>
                  <a:pt x="3752199" y="1152730"/>
                  <a:pt x="3686132" y="1202560"/>
                </a:cubicBezTo>
                <a:moveTo>
                  <a:pt x="3501049" y="361901"/>
                </a:moveTo>
                <a:cubicBezTo>
                  <a:pt x="3503429" y="388296"/>
                  <a:pt x="3509729" y="417805"/>
                  <a:pt x="3507992" y="446207"/>
                </a:cubicBezTo>
                <a:moveTo>
                  <a:pt x="2656390" y="263589"/>
                </a:moveTo>
                <a:cubicBezTo>
                  <a:pt x="2674306" y="221393"/>
                  <a:pt x="2694513" y="190942"/>
                  <a:pt x="2724175" y="156072"/>
                </a:cubicBezTo>
                <a:moveTo>
                  <a:pt x="2022667" y="314813"/>
                </a:moveTo>
                <a:cubicBezTo>
                  <a:pt x="2028765" y="282345"/>
                  <a:pt x="2040863" y="249749"/>
                  <a:pt x="2055464" y="222103"/>
                </a:cubicBezTo>
                <a:moveTo>
                  <a:pt x="1278955" y="346294"/>
                </a:moveTo>
                <a:cubicBezTo>
                  <a:pt x="1334023" y="372201"/>
                  <a:pt x="1363049" y="408273"/>
                  <a:pt x="1397715" y="436203"/>
                </a:cubicBezTo>
                <a:moveTo>
                  <a:pt x="377017" y="1053090"/>
                </a:moveTo>
                <a:cubicBezTo>
                  <a:pt x="365276" y="1020600"/>
                  <a:pt x="356466" y="986770"/>
                  <a:pt x="356280" y="958446"/>
                </a:cubicBezTo>
              </a:path>
              <a:path w="3946491" h="2881342" stroke="0" extrusionOk="0">
                <a:moveTo>
                  <a:pt x="356280" y="958446"/>
                </a:moveTo>
                <a:cubicBezTo>
                  <a:pt x="328586" y="798427"/>
                  <a:pt x="370749" y="590551"/>
                  <a:pt x="513683" y="460681"/>
                </a:cubicBezTo>
                <a:cubicBezTo>
                  <a:pt x="658305" y="254595"/>
                  <a:pt x="991070" y="233582"/>
                  <a:pt x="1279412" y="346961"/>
                </a:cubicBezTo>
                <a:cubicBezTo>
                  <a:pt x="1415833" y="55964"/>
                  <a:pt x="1839231" y="-54973"/>
                  <a:pt x="2051444" y="228906"/>
                </a:cubicBezTo>
                <a:cubicBezTo>
                  <a:pt x="2104917" y="140520"/>
                  <a:pt x="2230817" y="45918"/>
                  <a:pt x="2352273" y="13339"/>
                </a:cubicBezTo>
                <a:cubicBezTo>
                  <a:pt x="2464553" y="-17032"/>
                  <a:pt x="2631069" y="45028"/>
                  <a:pt x="2725362" y="165477"/>
                </a:cubicBezTo>
                <a:cubicBezTo>
                  <a:pt x="2834894" y="-23359"/>
                  <a:pt x="3092208" y="-33978"/>
                  <a:pt x="3239685" y="46021"/>
                </a:cubicBezTo>
                <a:cubicBezTo>
                  <a:pt x="3375084" y="95752"/>
                  <a:pt x="3489361" y="218255"/>
                  <a:pt x="3500500" y="371906"/>
                </a:cubicBezTo>
                <a:cubicBezTo>
                  <a:pt x="3646229" y="432097"/>
                  <a:pt x="3776033" y="502015"/>
                  <a:pt x="3835221" y="688187"/>
                </a:cubicBezTo>
                <a:cubicBezTo>
                  <a:pt x="3857451" y="808070"/>
                  <a:pt x="3860070" y="901989"/>
                  <a:pt x="3820239" y="1031146"/>
                </a:cubicBezTo>
                <a:cubicBezTo>
                  <a:pt x="3900724" y="1157727"/>
                  <a:pt x="3990123" y="1328616"/>
                  <a:pt x="3929681" y="1555524"/>
                </a:cubicBezTo>
                <a:cubicBezTo>
                  <a:pt x="3907222" y="1821011"/>
                  <a:pt x="3633667" y="1993979"/>
                  <a:pt x="3417003" y="2014538"/>
                </a:cubicBezTo>
                <a:cubicBezTo>
                  <a:pt x="3392615" y="2186754"/>
                  <a:pt x="3354493" y="2284125"/>
                  <a:pt x="3233473" y="2407854"/>
                </a:cubicBezTo>
                <a:cubicBezTo>
                  <a:pt x="3091255" y="2590165"/>
                  <a:pt x="2831132" y="2549885"/>
                  <a:pt x="2608612" y="2455476"/>
                </a:cubicBezTo>
                <a:cubicBezTo>
                  <a:pt x="2526988" y="2642669"/>
                  <a:pt x="2374664" y="2816643"/>
                  <a:pt x="2162074" y="2875072"/>
                </a:cubicBezTo>
                <a:cubicBezTo>
                  <a:pt x="1906973" y="2946798"/>
                  <a:pt x="1677493" y="2818390"/>
                  <a:pt x="1505513" y="2618953"/>
                </a:cubicBezTo>
                <a:cubicBezTo>
                  <a:pt x="1246361" y="2765961"/>
                  <a:pt x="707641" y="2703541"/>
                  <a:pt x="530218" y="2365901"/>
                </a:cubicBezTo>
                <a:cubicBezTo>
                  <a:pt x="327132" y="2428450"/>
                  <a:pt x="170601" y="2276673"/>
                  <a:pt x="101402" y="2084304"/>
                </a:cubicBezTo>
                <a:cubicBezTo>
                  <a:pt x="62233" y="1958250"/>
                  <a:pt x="84763" y="1828766"/>
                  <a:pt x="193030" y="1704193"/>
                </a:cubicBezTo>
                <a:cubicBezTo>
                  <a:pt x="75131" y="1604428"/>
                  <a:pt x="-22037" y="1494252"/>
                  <a:pt x="-457" y="1314212"/>
                </a:cubicBezTo>
                <a:cubicBezTo>
                  <a:pt x="54872" y="1139302"/>
                  <a:pt x="183491" y="966817"/>
                  <a:pt x="352900" y="967583"/>
                </a:cubicBezTo>
                <a:cubicBezTo>
                  <a:pt x="353864" y="964333"/>
                  <a:pt x="354615" y="960975"/>
                  <a:pt x="356280" y="958446"/>
                </a:cubicBezTo>
                <a:close/>
              </a:path>
              <a:path w="3946491" h="2881342" fill="none" stroke="0" extrusionOk="0">
                <a:moveTo>
                  <a:pt x="428724" y="1745946"/>
                </a:moveTo>
                <a:cubicBezTo>
                  <a:pt x="358620" y="1764933"/>
                  <a:pt x="268771" y="1735659"/>
                  <a:pt x="197324" y="1692788"/>
                </a:cubicBezTo>
                <a:moveTo>
                  <a:pt x="632900" y="2327684"/>
                </a:moveTo>
                <a:cubicBezTo>
                  <a:pt x="604243" y="2337360"/>
                  <a:pt x="561226" y="2346804"/>
                  <a:pt x="531680" y="2353095"/>
                </a:cubicBezTo>
                <a:moveTo>
                  <a:pt x="1505330" y="2607214"/>
                </a:moveTo>
                <a:cubicBezTo>
                  <a:pt x="1484691" y="2576531"/>
                  <a:pt x="1469940" y="2534578"/>
                  <a:pt x="1444306" y="2491160"/>
                </a:cubicBezTo>
                <a:moveTo>
                  <a:pt x="2633460" y="2317812"/>
                </a:moveTo>
                <a:cubicBezTo>
                  <a:pt x="2634756" y="2365782"/>
                  <a:pt x="2618051" y="2412981"/>
                  <a:pt x="2609069" y="2445138"/>
                </a:cubicBezTo>
                <a:moveTo>
                  <a:pt x="3117819" y="1530979"/>
                </a:moveTo>
                <a:cubicBezTo>
                  <a:pt x="3313523" y="1600666"/>
                  <a:pt x="3430858" y="1802763"/>
                  <a:pt x="3414810" y="2006934"/>
                </a:cubicBezTo>
                <a:moveTo>
                  <a:pt x="3818412" y="1024076"/>
                </a:moveTo>
                <a:cubicBezTo>
                  <a:pt x="3784942" y="1087157"/>
                  <a:pt x="3754768" y="1139386"/>
                  <a:pt x="3686132" y="1202560"/>
                </a:cubicBezTo>
                <a:moveTo>
                  <a:pt x="3501049" y="361901"/>
                </a:moveTo>
                <a:cubicBezTo>
                  <a:pt x="3504101" y="385673"/>
                  <a:pt x="3510077" y="416500"/>
                  <a:pt x="3507992" y="446207"/>
                </a:cubicBezTo>
                <a:moveTo>
                  <a:pt x="2656390" y="263589"/>
                </a:moveTo>
                <a:cubicBezTo>
                  <a:pt x="2673894" y="221923"/>
                  <a:pt x="2691516" y="185388"/>
                  <a:pt x="2724175" y="156072"/>
                </a:cubicBezTo>
                <a:moveTo>
                  <a:pt x="2022667" y="314813"/>
                </a:moveTo>
                <a:cubicBezTo>
                  <a:pt x="2033034" y="289084"/>
                  <a:pt x="2036836" y="258550"/>
                  <a:pt x="2055464" y="222103"/>
                </a:cubicBezTo>
                <a:moveTo>
                  <a:pt x="1278955" y="346294"/>
                </a:moveTo>
                <a:cubicBezTo>
                  <a:pt x="1315555" y="376720"/>
                  <a:pt x="1365417" y="392015"/>
                  <a:pt x="1397715" y="436203"/>
                </a:cubicBezTo>
                <a:moveTo>
                  <a:pt x="377017" y="1053090"/>
                </a:moveTo>
                <a:cubicBezTo>
                  <a:pt x="371837" y="1018785"/>
                  <a:pt x="355957" y="994093"/>
                  <a:pt x="356280" y="958446"/>
                </a:cubicBezTo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12948827">
                  <a:prstGeom prst="cloud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Gamification: Coins and customisable accessories are used to gamify people's tasks and encourage them to earn their way to </a:t>
            </a:r>
            <a:r>
              <a:rPr lang="en-GB" sz="1300">
                <a:solidFill>
                  <a:srgbClr val="25589B"/>
                </a:solidFill>
                <a:latin typeface="Segoe UI"/>
                <a:cs typeface="Segoe UI"/>
              </a:rPr>
              <a:t>modifying </a:t>
            </a:r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their pet's appearance. This aims to help encourage people</a:t>
            </a:r>
            <a:r>
              <a:rPr lang="en-GB" sz="1300">
                <a:solidFill>
                  <a:srgbClr val="25589B"/>
                </a:solidFill>
                <a:latin typeface="Segoe UI"/>
                <a:cs typeface="Segoe UI"/>
              </a:rPr>
              <a:t> into enjoying</a:t>
            </a:r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 their task and turn it into a habit.</a:t>
            </a:r>
          </a:p>
        </p:txBody>
      </p:sp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18A66A5E-CB9C-F90F-223F-BB64E3DA30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0CC3717B-FF1B-D053-D6BE-C9B4FBB91A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9406" y="3360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D6D9D9F5-391C-078F-528B-C5F8D28D3D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9470" y="10493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7EDC6AD3-A95C-A08C-7380-14AE19FE38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DF1EE0-18BE-1AA9-6CD8-41F41A6EE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912018" y="1196182"/>
            <a:ext cx="973931" cy="1026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6D5BAA-F43C-339E-95CE-EB13C48B65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4144" y="1171576"/>
            <a:ext cx="973930" cy="1050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228DB3-E705-5F4D-3D4B-DEAA98A3F5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2207" y="5990507"/>
            <a:ext cx="973932" cy="1026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5AF3D4-2FC0-E537-B993-CF47E94971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2050" y="6053138"/>
            <a:ext cx="926306" cy="9786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9AA146-AD7E-9854-F445-1C6DB95AC1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244" y="5155406"/>
            <a:ext cx="873918" cy="28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877516-37DA-22CD-616F-7CDA36BDC4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98995" y="285749"/>
            <a:ext cx="1016792" cy="2976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DDE3C7-2DD2-FC9B-0FF2-616F9CB1DE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525" y="309562"/>
            <a:ext cx="1004886" cy="2738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97EFB6-7EFE-A249-E171-58DAA92841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8494" y="5167314"/>
            <a:ext cx="1076323" cy="273843"/>
          </a:xfrm>
          <a:prstGeom prst="rect">
            <a:avLst/>
          </a:prstGeom>
        </p:spPr>
      </p:pic>
      <p:sp>
        <p:nvSpPr>
          <p:cNvPr id="8" name="Title">
            <a:extLst>
              <a:ext uri="{FF2B5EF4-FFF2-40B4-BE49-F238E27FC236}">
                <a16:creationId xmlns:a16="http://schemas.microsoft.com/office/drawing/2014/main" id="{4B9DC903-85B9-B59F-D25E-F21C5FF1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741" y="331017"/>
            <a:ext cx="7152519" cy="1325563"/>
          </a:xfrm>
        </p:spPr>
        <p:txBody>
          <a:bodyPr/>
          <a:lstStyle/>
          <a:p>
            <a:pPr algn="ctr"/>
            <a:r>
              <a:rPr lang="en-GB" b="1" noProof="0">
                <a:solidFill>
                  <a:schemeClr val="bg1"/>
                </a:solidFill>
                <a:latin typeface="Montserrat" pitchFamily="2" charset="0"/>
              </a:rPr>
              <a:t>Design System Choices </a:t>
            </a:r>
          </a:p>
        </p:txBody>
      </p:sp>
    </p:spTree>
    <p:extLst>
      <p:ext uri="{BB962C8B-B14F-4D97-AF65-F5344CB8AC3E}">
        <p14:creationId xmlns:p14="http://schemas.microsoft.com/office/powerpoint/2010/main" val="35429243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4D91C-6B3F-11AC-B516-8009A103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1">
            <a:extLst>
              <a:ext uri="{FF2B5EF4-FFF2-40B4-BE49-F238E27FC236}">
                <a16:creationId xmlns:a16="http://schemas.microsoft.com/office/drawing/2014/main" id="{F0FBBC1A-B755-1205-F5D7-807F6A6F6BFE}"/>
              </a:ext>
            </a:extLst>
          </p:cNvPr>
          <p:cNvSpPr txBox="1"/>
          <p:nvPr/>
        </p:nvSpPr>
        <p:spPr>
          <a:xfrm>
            <a:off x="4936" y="2619978"/>
            <a:ext cx="3963695" cy="2881342"/>
          </a:xfrm>
          <a:custGeom>
            <a:avLst/>
            <a:gdLst>
              <a:gd name="csX0" fmla="*/ 357833 w 3963695"/>
              <a:gd name="csY0" fmla="*/ 958446 h 2881342"/>
              <a:gd name="csX1" fmla="*/ 515922 w 3963695"/>
              <a:gd name="csY1" fmla="*/ 460681 h 2881342"/>
              <a:gd name="csX2" fmla="*/ 1284989 w 3963695"/>
              <a:gd name="csY2" fmla="*/ 346961 h 2881342"/>
              <a:gd name="csX3" fmla="*/ 2060387 w 3963695"/>
              <a:gd name="csY3" fmla="*/ 228906 h 2881342"/>
              <a:gd name="csX4" fmla="*/ 2362527 w 3963695"/>
              <a:gd name="csY4" fmla="*/ 13339 h 2881342"/>
              <a:gd name="csX5" fmla="*/ 2737243 w 3963695"/>
              <a:gd name="csY5" fmla="*/ 165477 h 2881342"/>
              <a:gd name="csX6" fmla="*/ 3253808 w 3963695"/>
              <a:gd name="csY6" fmla="*/ 46021 h 2881342"/>
              <a:gd name="csX7" fmla="*/ 3515760 w 3963695"/>
              <a:gd name="csY7" fmla="*/ 371906 h 2881342"/>
              <a:gd name="csX8" fmla="*/ 3851940 w 3963695"/>
              <a:gd name="csY8" fmla="*/ 688187 h 2881342"/>
              <a:gd name="csX9" fmla="*/ 3836893 w 3963695"/>
              <a:gd name="csY9" fmla="*/ 1031146 h 2881342"/>
              <a:gd name="csX10" fmla="*/ 3946812 w 3963695"/>
              <a:gd name="csY10" fmla="*/ 1555524 h 2881342"/>
              <a:gd name="csX11" fmla="*/ 3431899 w 3963695"/>
              <a:gd name="csY11" fmla="*/ 2014538 h 2881342"/>
              <a:gd name="csX12" fmla="*/ 3247569 w 3963695"/>
              <a:gd name="csY12" fmla="*/ 2407854 h 2881342"/>
              <a:gd name="csX13" fmla="*/ 2619984 w 3963695"/>
              <a:gd name="csY13" fmla="*/ 2455476 h 2881342"/>
              <a:gd name="csX14" fmla="*/ 2171499 w 3963695"/>
              <a:gd name="csY14" fmla="*/ 2875072 h 2881342"/>
              <a:gd name="csX15" fmla="*/ 1512076 w 3963695"/>
              <a:gd name="csY15" fmla="*/ 2618953 h 2881342"/>
              <a:gd name="csX16" fmla="*/ 532529 w 3963695"/>
              <a:gd name="csY16" fmla="*/ 2365901 h 2881342"/>
              <a:gd name="csX17" fmla="*/ 101844 w 3963695"/>
              <a:gd name="csY17" fmla="*/ 2084304 h 2881342"/>
              <a:gd name="csX18" fmla="*/ 193872 w 3963695"/>
              <a:gd name="csY18" fmla="*/ 1704193 h 2881342"/>
              <a:gd name="csX19" fmla="*/ -459 w 3963695"/>
              <a:gd name="csY19" fmla="*/ 1314212 h 2881342"/>
              <a:gd name="csX20" fmla="*/ 354438 w 3963695"/>
              <a:gd name="csY20" fmla="*/ 967583 h 2881342"/>
              <a:gd name="csX21" fmla="*/ 357833 w 3963695"/>
              <a:gd name="csY21" fmla="*/ 958446 h 2881342"/>
              <a:gd name="csX0" fmla="*/ 430593 w 3963695"/>
              <a:gd name="csY0" fmla="*/ 1745946 h 2881342"/>
              <a:gd name="csX1" fmla="*/ 198184 w 3963695"/>
              <a:gd name="csY1" fmla="*/ 1692788 h 2881342"/>
              <a:gd name="csX2" fmla="*/ 635659 w 3963695"/>
              <a:gd name="csY2" fmla="*/ 2327684 h 2881342"/>
              <a:gd name="csX3" fmla="*/ 533997 w 3963695"/>
              <a:gd name="csY3" fmla="*/ 2353095 h 2881342"/>
              <a:gd name="csX4" fmla="*/ 1511892 w 3963695"/>
              <a:gd name="csY4" fmla="*/ 2607214 h 2881342"/>
              <a:gd name="csX5" fmla="*/ 1450602 w 3963695"/>
              <a:gd name="csY5" fmla="*/ 2491160 h 2881342"/>
              <a:gd name="csX6" fmla="*/ 2644940 w 3963695"/>
              <a:gd name="csY6" fmla="*/ 2317812 h 2881342"/>
              <a:gd name="csX7" fmla="*/ 2620442 w 3963695"/>
              <a:gd name="csY7" fmla="*/ 2445138 h 2881342"/>
              <a:gd name="csX8" fmla="*/ 3131410 w 3963695"/>
              <a:gd name="csY8" fmla="*/ 1530979 h 2881342"/>
              <a:gd name="csX9" fmla="*/ 3429697 w 3963695"/>
              <a:gd name="csY9" fmla="*/ 2006934 h 2881342"/>
              <a:gd name="csX10" fmla="*/ 3835058 w 3963695"/>
              <a:gd name="csY10" fmla="*/ 1024076 h 2881342"/>
              <a:gd name="csX11" fmla="*/ 3702201 w 3963695"/>
              <a:gd name="csY11" fmla="*/ 1202560 h 2881342"/>
              <a:gd name="csX12" fmla="*/ 3516311 w 3963695"/>
              <a:gd name="csY12" fmla="*/ 361901 h 2881342"/>
              <a:gd name="csX13" fmla="*/ 3523284 w 3963695"/>
              <a:gd name="csY13" fmla="*/ 446207 h 2881342"/>
              <a:gd name="csX14" fmla="*/ 2667970 w 3963695"/>
              <a:gd name="csY14" fmla="*/ 263589 h 2881342"/>
              <a:gd name="csX15" fmla="*/ 2736050 w 3963695"/>
              <a:gd name="csY15" fmla="*/ 156072 h 2881342"/>
              <a:gd name="csX16" fmla="*/ 2031485 w 3963695"/>
              <a:gd name="csY16" fmla="*/ 314813 h 2881342"/>
              <a:gd name="csX17" fmla="*/ 2064424 w 3963695"/>
              <a:gd name="csY17" fmla="*/ 222103 h 2881342"/>
              <a:gd name="csX18" fmla="*/ 1284530 w 3963695"/>
              <a:gd name="csY18" fmla="*/ 346294 h 2881342"/>
              <a:gd name="csX19" fmla="*/ 1403808 w 3963695"/>
              <a:gd name="csY19" fmla="*/ 436203 h 2881342"/>
              <a:gd name="csX20" fmla="*/ 378661 w 3963695"/>
              <a:gd name="csY20" fmla="*/ 1053090 h 2881342"/>
              <a:gd name="csX21" fmla="*/ 357833 w 3963695"/>
              <a:gd name="csY21" fmla="*/ 958446 h 2881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963695" h="2881342" fill="none" extrusionOk="0">
                <a:moveTo>
                  <a:pt x="357833" y="958446"/>
                </a:moveTo>
                <a:cubicBezTo>
                  <a:pt x="287626" y="781626"/>
                  <a:pt x="404024" y="568768"/>
                  <a:pt x="515922" y="460681"/>
                </a:cubicBezTo>
                <a:cubicBezTo>
                  <a:pt x="720893" y="248824"/>
                  <a:pt x="1025981" y="203157"/>
                  <a:pt x="1284989" y="346961"/>
                </a:cubicBezTo>
                <a:cubicBezTo>
                  <a:pt x="1430764" y="55768"/>
                  <a:pt x="1811780" y="4566"/>
                  <a:pt x="2060387" y="228906"/>
                </a:cubicBezTo>
                <a:cubicBezTo>
                  <a:pt x="2109855" y="106948"/>
                  <a:pt x="2234852" y="43246"/>
                  <a:pt x="2362527" y="13339"/>
                </a:cubicBezTo>
                <a:cubicBezTo>
                  <a:pt x="2489310" y="-26759"/>
                  <a:pt x="2630292" y="73878"/>
                  <a:pt x="2737243" y="165477"/>
                </a:cubicBezTo>
                <a:cubicBezTo>
                  <a:pt x="2854130" y="53073"/>
                  <a:pt x="3087123" y="-35127"/>
                  <a:pt x="3253808" y="46021"/>
                </a:cubicBezTo>
                <a:cubicBezTo>
                  <a:pt x="3417884" y="127058"/>
                  <a:pt x="3473892" y="253552"/>
                  <a:pt x="3515760" y="371906"/>
                </a:cubicBezTo>
                <a:cubicBezTo>
                  <a:pt x="3673580" y="402541"/>
                  <a:pt x="3829182" y="510728"/>
                  <a:pt x="3851940" y="688187"/>
                </a:cubicBezTo>
                <a:cubicBezTo>
                  <a:pt x="3868437" y="784882"/>
                  <a:pt x="3863322" y="924896"/>
                  <a:pt x="3836893" y="1031146"/>
                </a:cubicBezTo>
                <a:cubicBezTo>
                  <a:pt x="3973629" y="1196832"/>
                  <a:pt x="3955734" y="1392325"/>
                  <a:pt x="3946812" y="1555524"/>
                </a:cubicBezTo>
                <a:cubicBezTo>
                  <a:pt x="3925385" y="1804944"/>
                  <a:pt x="3701396" y="1950808"/>
                  <a:pt x="3431899" y="2014538"/>
                </a:cubicBezTo>
                <a:cubicBezTo>
                  <a:pt x="3444063" y="2177278"/>
                  <a:pt x="3372352" y="2329290"/>
                  <a:pt x="3247569" y="2407854"/>
                </a:cubicBezTo>
                <a:cubicBezTo>
                  <a:pt x="3100295" y="2577438"/>
                  <a:pt x="2833083" y="2563275"/>
                  <a:pt x="2619984" y="2455476"/>
                </a:cubicBezTo>
                <a:cubicBezTo>
                  <a:pt x="2543064" y="2680795"/>
                  <a:pt x="2409082" y="2839440"/>
                  <a:pt x="2171499" y="2875072"/>
                </a:cubicBezTo>
                <a:cubicBezTo>
                  <a:pt x="1887980" y="2982156"/>
                  <a:pt x="1617394" y="2880894"/>
                  <a:pt x="1512076" y="2618953"/>
                </a:cubicBezTo>
                <a:cubicBezTo>
                  <a:pt x="1112435" y="2745371"/>
                  <a:pt x="656049" y="2658901"/>
                  <a:pt x="532529" y="2365901"/>
                </a:cubicBezTo>
                <a:cubicBezTo>
                  <a:pt x="343655" y="2417060"/>
                  <a:pt x="193028" y="2239616"/>
                  <a:pt x="101844" y="2084304"/>
                </a:cubicBezTo>
                <a:cubicBezTo>
                  <a:pt x="38958" y="1933797"/>
                  <a:pt x="113957" y="1802663"/>
                  <a:pt x="193872" y="1704193"/>
                </a:cubicBezTo>
                <a:cubicBezTo>
                  <a:pt x="86148" y="1615972"/>
                  <a:pt x="-33555" y="1496384"/>
                  <a:pt x="-459" y="1314212"/>
                </a:cubicBezTo>
                <a:cubicBezTo>
                  <a:pt x="15323" y="1130439"/>
                  <a:pt x="140405" y="950362"/>
                  <a:pt x="354438" y="967583"/>
                </a:cubicBezTo>
                <a:cubicBezTo>
                  <a:pt x="355791" y="964252"/>
                  <a:pt x="357023" y="961627"/>
                  <a:pt x="357833" y="958446"/>
                </a:cubicBezTo>
                <a:close/>
              </a:path>
              <a:path w="3963695" h="2881342" fill="none" extrusionOk="0">
                <a:moveTo>
                  <a:pt x="430593" y="1745946"/>
                </a:moveTo>
                <a:cubicBezTo>
                  <a:pt x="342470" y="1737343"/>
                  <a:pt x="271906" y="1746002"/>
                  <a:pt x="198184" y="1692788"/>
                </a:cubicBezTo>
                <a:moveTo>
                  <a:pt x="635659" y="2327684"/>
                </a:moveTo>
                <a:cubicBezTo>
                  <a:pt x="604779" y="2343862"/>
                  <a:pt x="567760" y="2348178"/>
                  <a:pt x="533997" y="2353095"/>
                </a:cubicBezTo>
                <a:moveTo>
                  <a:pt x="1511892" y="2607214"/>
                </a:moveTo>
                <a:cubicBezTo>
                  <a:pt x="1481626" y="2575454"/>
                  <a:pt x="1467740" y="2532516"/>
                  <a:pt x="1450602" y="2491160"/>
                </a:cubicBezTo>
                <a:moveTo>
                  <a:pt x="2644940" y="2317812"/>
                </a:moveTo>
                <a:cubicBezTo>
                  <a:pt x="2640562" y="2357821"/>
                  <a:pt x="2631109" y="2404903"/>
                  <a:pt x="2620442" y="2445138"/>
                </a:cubicBezTo>
                <a:moveTo>
                  <a:pt x="3131410" y="1530979"/>
                </a:moveTo>
                <a:cubicBezTo>
                  <a:pt x="3347464" y="1615655"/>
                  <a:pt x="3395660" y="1813862"/>
                  <a:pt x="3429697" y="2006934"/>
                </a:cubicBezTo>
                <a:moveTo>
                  <a:pt x="3835058" y="1024076"/>
                </a:moveTo>
                <a:cubicBezTo>
                  <a:pt x="3820072" y="1104499"/>
                  <a:pt x="3765262" y="1153207"/>
                  <a:pt x="3702201" y="1202560"/>
                </a:cubicBezTo>
                <a:moveTo>
                  <a:pt x="3516311" y="361901"/>
                </a:moveTo>
                <a:cubicBezTo>
                  <a:pt x="3516366" y="387038"/>
                  <a:pt x="3524667" y="417839"/>
                  <a:pt x="3523284" y="446207"/>
                </a:cubicBezTo>
                <a:moveTo>
                  <a:pt x="2667970" y="263589"/>
                </a:moveTo>
                <a:cubicBezTo>
                  <a:pt x="2687307" y="214543"/>
                  <a:pt x="2703745" y="194218"/>
                  <a:pt x="2736050" y="156072"/>
                </a:cubicBezTo>
                <a:moveTo>
                  <a:pt x="2031485" y="314813"/>
                </a:moveTo>
                <a:cubicBezTo>
                  <a:pt x="2037806" y="282411"/>
                  <a:pt x="2050014" y="245546"/>
                  <a:pt x="2064424" y="222103"/>
                </a:cubicBezTo>
                <a:moveTo>
                  <a:pt x="1284530" y="346294"/>
                </a:moveTo>
                <a:cubicBezTo>
                  <a:pt x="1336564" y="371977"/>
                  <a:pt x="1369381" y="410577"/>
                  <a:pt x="1403808" y="436203"/>
                </a:cubicBezTo>
                <a:moveTo>
                  <a:pt x="378661" y="1053090"/>
                </a:moveTo>
                <a:cubicBezTo>
                  <a:pt x="365211" y="1019498"/>
                  <a:pt x="359496" y="988075"/>
                  <a:pt x="357833" y="958446"/>
                </a:cubicBezTo>
              </a:path>
              <a:path w="3963695" h="2881342" stroke="0" extrusionOk="0">
                <a:moveTo>
                  <a:pt x="357833" y="958446"/>
                </a:moveTo>
                <a:cubicBezTo>
                  <a:pt x="329220" y="804207"/>
                  <a:pt x="373414" y="590785"/>
                  <a:pt x="515922" y="460681"/>
                </a:cubicBezTo>
                <a:cubicBezTo>
                  <a:pt x="703743" y="249642"/>
                  <a:pt x="1026201" y="207448"/>
                  <a:pt x="1284989" y="346961"/>
                </a:cubicBezTo>
                <a:cubicBezTo>
                  <a:pt x="1398289" y="49204"/>
                  <a:pt x="1831732" y="-11449"/>
                  <a:pt x="2060387" y="228906"/>
                </a:cubicBezTo>
                <a:cubicBezTo>
                  <a:pt x="2118342" y="117021"/>
                  <a:pt x="2240883" y="46564"/>
                  <a:pt x="2362527" y="13339"/>
                </a:cubicBezTo>
                <a:cubicBezTo>
                  <a:pt x="2482386" y="-14707"/>
                  <a:pt x="2639979" y="42611"/>
                  <a:pt x="2737243" y="165477"/>
                </a:cubicBezTo>
                <a:cubicBezTo>
                  <a:pt x="2853119" y="-9092"/>
                  <a:pt x="3082296" y="-31564"/>
                  <a:pt x="3253808" y="46021"/>
                </a:cubicBezTo>
                <a:cubicBezTo>
                  <a:pt x="3387773" y="80735"/>
                  <a:pt x="3500210" y="220666"/>
                  <a:pt x="3515760" y="371906"/>
                </a:cubicBezTo>
                <a:cubicBezTo>
                  <a:pt x="3661023" y="433750"/>
                  <a:pt x="3799197" y="528117"/>
                  <a:pt x="3851940" y="688187"/>
                </a:cubicBezTo>
                <a:cubicBezTo>
                  <a:pt x="3885226" y="802558"/>
                  <a:pt x="3881763" y="916084"/>
                  <a:pt x="3836893" y="1031146"/>
                </a:cubicBezTo>
                <a:cubicBezTo>
                  <a:pt x="3914100" y="1155286"/>
                  <a:pt x="3999033" y="1354754"/>
                  <a:pt x="3946812" y="1555524"/>
                </a:cubicBezTo>
                <a:cubicBezTo>
                  <a:pt x="3919458" y="1818235"/>
                  <a:pt x="3649793" y="1993912"/>
                  <a:pt x="3431899" y="2014538"/>
                </a:cubicBezTo>
                <a:cubicBezTo>
                  <a:pt x="3404205" y="2189744"/>
                  <a:pt x="3365940" y="2298103"/>
                  <a:pt x="3247569" y="2407854"/>
                </a:cubicBezTo>
                <a:cubicBezTo>
                  <a:pt x="3079547" y="2565719"/>
                  <a:pt x="2856346" y="2536381"/>
                  <a:pt x="2619984" y="2455476"/>
                </a:cubicBezTo>
                <a:cubicBezTo>
                  <a:pt x="2538517" y="2643191"/>
                  <a:pt x="2385149" y="2818853"/>
                  <a:pt x="2171499" y="2875072"/>
                </a:cubicBezTo>
                <a:cubicBezTo>
                  <a:pt x="1898500" y="2995485"/>
                  <a:pt x="1701166" y="2810014"/>
                  <a:pt x="1512076" y="2618953"/>
                </a:cubicBezTo>
                <a:cubicBezTo>
                  <a:pt x="1212994" y="2793027"/>
                  <a:pt x="715869" y="2704681"/>
                  <a:pt x="532529" y="2365901"/>
                </a:cubicBezTo>
                <a:cubicBezTo>
                  <a:pt x="333657" y="2408117"/>
                  <a:pt x="176333" y="2279176"/>
                  <a:pt x="101844" y="2084304"/>
                </a:cubicBezTo>
                <a:cubicBezTo>
                  <a:pt x="62395" y="1954131"/>
                  <a:pt x="87416" y="1824555"/>
                  <a:pt x="193872" y="1704193"/>
                </a:cubicBezTo>
                <a:cubicBezTo>
                  <a:pt x="60775" y="1620087"/>
                  <a:pt x="-23598" y="1507478"/>
                  <a:pt x="-459" y="1314212"/>
                </a:cubicBezTo>
                <a:cubicBezTo>
                  <a:pt x="28267" y="1132156"/>
                  <a:pt x="190045" y="959140"/>
                  <a:pt x="354438" y="967583"/>
                </a:cubicBezTo>
                <a:cubicBezTo>
                  <a:pt x="355402" y="964325"/>
                  <a:pt x="356644" y="961430"/>
                  <a:pt x="357833" y="958446"/>
                </a:cubicBezTo>
                <a:close/>
              </a:path>
              <a:path w="3963695" h="2881342" fill="none" stroke="0" extrusionOk="0">
                <a:moveTo>
                  <a:pt x="430593" y="1745946"/>
                </a:moveTo>
                <a:cubicBezTo>
                  <a:pt x="352911" y="1756307"/>
                  <a:pt x="279800" y="1748207"/>
                  <a:pt x="198184" y="1692788"/>
                </a:cubicBezTo>
                <a:moveTo>
                  <a:pt x="635659" y="2327684"/>
                </a:moveTo>
                <a:cubicBezTo>
                  <a:pt x="605699" y="2338344"/>
                  <a:pt x="563797" y="2346850"/>
                  <a:pt x="533997" y="2353095"/>
                </a:cubicBezTo>
                <a:moveTo>
                  <a:pt x="1511892" y="2607214"/>
                </a:moveTo>
                <a:cubicBezTo>
                  <a:pt x="1490467" y="2575493"/>
                  <a:pt x="1475500" y="2534351"/>
                  <a:pt x="1450602" y="2491160"/>
                </a:cubicBezTo>
                <a:moveTo>
                  <a:pt x="2644940" y="2317812"/>
                </a:moveTo>
                <a:cubicBezTo>
                  <a:pt x="2644679" y="2364254"/>
                  <a:pt x="2631714" y="2407229"/>
                  <a:pt x="2620442" y="2445138"/>
                </a:cubicBezTo>
                <a:moveTo>
                  <a:pt x="3131410" y="1530979"/>
                </a:moveTo>
                <a:cubicBezTo>
                  <a:pt x="3327762" y="1600891"/>
                  <a:pt x="3444863" y="1802883"/>
                  <a:pt x="3429697" y="2006934"/>
                </a:cubicBezTo>
                <a:moveTo>
                  <a:pt x="3835058" y="1024076"/>
                </a:moveTo>
                <a:cubicBezTo>
                  <a:pt x="3803730" y="1090615"/>
                  <a:pt x="3764737" y="1147626"/>
                  <a:pt x="3702201" y="1202560"/>
                </a:cubicBezTo>
                <a:moveTo>
                  <a:pt x="3516311" y="361901"/>
                </a:moveTo>
                <a:cubicBezTo>
                  <a:pt x="3519441" y="385788"/>
                  <a:pt x="3525323" y="416543"/>
                  <a:pt x="3523284" y="446207"/>
                </a:cubicBezTo>
                <a:moveTo>
                  <a:pt x="2667970" y="263589"/>
                </a:moveTo>
                <a:cubicBezTo>
                  <a:pt x="2685444" y="223153"/>
                  <a:pt x="2705898" y="187055"/>
                  <a:pt x="2736050" y="156072"/>
                </a:cubicBezTo>
                <a:moveTo>
                  <a:pt x="2031485" y="314813"/>
                </a:moveTo>
                <a:cubicBezTo>
                  <a:pt x="2040112" y="285674"/>
                  <a:pt x="2047853" y="254744"/>
                  <a:pt x="2064424" y="222103"/>
                </a:cubicBezTo>
                <a:moveTo>
                  <a:pt x="1284530" y="346294"/>
                </a:moveTo>
                <a:cubicBezTo>
                  <a:pt x="1324522" y="374092"/>
                  <a:pt x="1369633" y="396705"/>
                  <a:pt x="1403808" y="436203"/>
                </a:cubicBezTo>
                <a:moveTo>
                  <a:pt x="378661" y="1053090"/>
                </a:moveTo>
                <a:cubicBezTo>
                  <a:pt x="374862" y="1017656"/>
                  <a:pt x="358391" y="993441"/>
                  <a:pt x="357833" y="958446"/>
                </a:cubicBezTo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12948827">
                  <a:prstGeom prst="cloud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Fonts</a:t>
            </a:r>
            <a:r>
              <a:rPr lang="en-GB" sz="1300">
                <a:solidFill>
                  <a:srgbClr val="25589B"/>
                </a:solidFill>
                <a:latin typeface="Segoe UI"/>
                <a:cs typeface="Segoe UI"/>
              </a:rPr>
              <a:t>: The title font seen on most pages is 'Urbanist', which we feel resonates with the brand identity as a rounded, not-too-formal font. We’ve </a:t>
            </a:r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used 'Inter' for the main body text of the prototype to give it a calm, humanist feeling (as described by Google Fonts).</a:t>
            </a:r>
          </a:p>
        </p:txBody>
      </p:sp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0D7CF96D-B15F-8602-F01E-314A8D0DE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B325D668-1736-C626-27D7-FDA6E49C5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06" y="3360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C1B3F86A-3B5A-EE29-DE86-FED77EA8D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470" y="10493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9AC410C8-0975-D188-2E8F-CB14B65DA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E6A2DD-DE1D-7255-BD5C-631005729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12018" y="1196182"/>
            <a:ext cx="973931" cy="1026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9F6E5A-80D0-F8EC-AA48-34742C217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4144" y="1171576"/>
            <a:ext cx="973930" cy="1050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F7552-B217-9FB3-9209-137C2CA48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207" y="6053137"/>
            <a:ext cx="973932" cy="1026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D7D4C6-6118-2F50-8828-C7FDF6B74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50" y="6053138"/>
            <a:ext cx="926306" cy="9786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77BA99-3D78-72CC-9B6A-96304DA83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44" y="5155406"/>
            <a:ext cx="873918" cy="28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7042F6-3A72-27BF-5286-B3CED8B6B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8995" y="285749"/>
            <a:ext cx="1016792" cy="2976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D83DA9-9704-5232-AE55-3B9100AED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25" y="309562"/>
            <a:ext cx="1004886" cy="2738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5B5956-A438-D5E1-14F7-BE543CB23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494" y="5167314"/>
            <a:ext cx="1076323" cy="273843"/>
          </a:xfrm>
          <a:prstGeom prst="rect">
            <a:avLst/>
          </a:prstGeom>
        </p:spPr>
      </p:pic>
      <p:sp>
        <p:nvSpPr>
          <p:cNvPr id="27" name="Title">
            <a:extLst>
              <a:ext uri="{FF2B5EF4-FFF2-40B4-BE49-F238E27FC236}">
                <a16:creationId xmlns:a16="http://schemas.microsoft.com/office/drawing/2014/main" id="{D885B970-CFD8-0B35-6F84-5942DBB250C6}"/>
              </a:ext>
            </a:extLst>
          </p:cNvPr>
          <p:cNvSpPr txBox="1">
            <a:spLocks/>
          </p:cNvSpPr>
          <p:nvPr/>
        </p:nvSpPr>
        <p:spPr>
          <a:xfrm>
            <a:off x="2519741" y="331017"/>
            <a:ext cx="71525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>
                <a:solidFill>
                  <a:schemeClr val="bg1"/>
                </a:solidFill>
                <a:latin typeface="Montserrat" pitchFamily="2" charset="0"/>
              </a:rPr>
              <a:t>Design System Choices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0903AF1-EDFA-36DD-3AD1-291E06F94B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1701" y="1709194"/>
            <a:ext cx="2164223" cy="4710820"/>
          </a:xfrm>
          <a:prstGeom prst="rect">
            <a:avLst/>
          </a:prstGeom>
        </p:spPr>
      </p:pic>
      <p:sp>
        <p:nvSpPr>
          <p:cNvPr id="17" name="arrow">
            <a:extLst>
              <a:ext uri="{FF2B5EF4-FFF2-40B4-BE49-F238E27FC236}">
                <a16:creationId xmlns:a16="http://schemas.microsoft.com/office/drawing/2014/main" id="{12F3D5EA-6233-F8EA-9DB5-02A83CDADC90}"/>
              </a:ext>
            </a:extLst>
          </p:cNvPr>
          <p:cNvSpPr/>
          <p:nvPr/>
        </p:nvSpPr>
        <p:spPr>
          <a:xfrm rot="16200000">
            <a:off x="8446636" y="3881929"/>
            <a:ext cx="1160130" cy="1687462"/>
          </a:xfrm>
          <a:custGeom>
            <a:avLst/>
            <a:gdLst/>
            <a:ahLst/>
            <a:cxnLst/>
            <a:rect l="l" t="t" r="r" b="b"/>
            <a:pathLst>
              <a:path w="2828925" h="4114800">
                <a:moveTo>
                  <a:pt x="0" y="0"/>
                </a:moveTo>
                <a:lnTo>
                  <a:pt x="2828925" y="0"/>
                </a:lnTo>
                <a:lnTo>
                  <a:pt x="28289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76200" dist="50800" dir="5400000" algn="ctr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1E790A41-F2D7-2EBE-1076-026600A83D3D}"/>
              </a:ext>
            </a:extLst>
          </p:cNvPr>
          <p:cNvSpPr txBox="1"/>
          <p:nvPr/>
        </p:nvSpPr>
        <p:spPr>
          <a:xfrm>
            <a:off x="8802250" y="2454221"/>
            <a:ext cx="2979853" cy="2003822"/>
          </a:xfrm>
          <a:custGeom>
            <a:avLst/>
            <a:gdLst>
              <a:gd name="csX0" fmla="*/ 0 w 2979853"/>
              <a:gd name="csY0" fmla="*/ 556141 h 2003822"/>
              <a:gd name="csX1" fmla="*/ 556141 w 2979853"/>
              <a:gd name="csY1" fmla="*/ 0 h 2003822"/>
              <a:gd name="csX2" fmla="*/ 967007 w 2979853"/>
              <a:gd name="csY2" fmla="*/ 0 h 2003822"/>
              <a:gd name="csX3" fmla="*/ 1433899 w 2979853"/>
              <a:gd name="csY3" fmla="*/ 0 h 2003822"/>
              <a:gd name="csX4" fmla="*/ 1882116 w 2979853"/>
              <a:gd name="csY4" fmla="*/ 0 h 2003822"/>
              <a:gd name="csX5" fmla="*/ 2423712 w 2979853"/>
              <a:gd name="csY5" fmla="*/ 0 h 2003822"/>
              <a:gd name="csX6" fmla="*/ 2979853 w 2979853"/>
              <a:gd name="csY6" fmla="*/ 556141 h 2003822"/>
              <a:gd name="csX7" fmla="*/ 2979853 w 2979853"/>
              <a:gd name="csY7" fmla="*/ 1019742 h 2003822"/>
              <a:gd name="csX8" fmla="*/ 2979853 w 2979853"/>
              <a:gd name="csY8" fmla="*/ 1447681 h 2003822"/>
              <a:gd name="csX9" fmla="*/ 2423712 w 2979853"/>
              <a:gd name="csY9" fmla="*/ 2003822 h 2003822"/>
              <a:gd name="csX10" fmla="*/ 1938144 w 2979853"/>
              <a:gd name="csY10" fmla="*/ 2003822 h 2003822"/>
              <a:gd name="csX11" fmla="*/ 1489927 w 2979853"/>
              <a:gd name="csY11" fmla="*/ 2003822 h 2003822"/>
              <a:gd name="csX12" fmla="*/ 1079061 w 2979853"/>
              <a:gd name="csY12" fmla="*/ 2003822 h 2003822"/>
              <a:gd name="csX13" fmla="*/ 556141 w 2979853"/>
              <a:gd name="csY13" fmla="*/ 2003822 h 2003822"/>
              <a:gd name="csX14" fmla="*/ 0 w 2979853"/>
              <a:gd name="csY14" fmla="*/ 1447681 h 2003822"/>
              <a:gd name="csX15" fmla="*/ 0 w 2979853"/>
              <a:gd name="csY15" fmla="*/ 1019742 h 2003822"/>
              <a:gd name="csX16" fmla="*/ 0 w 2979853"/>
              <a:gd name="csY16" fmla="*/ 556141 h 20038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979853" h="2003822" fill="none" extrusionOk="0">
                <a:moveTo>
                  <a:pt x="0" y="556141"/>
                </a:moveTo>
                <a:cubicBezTo>
                  <a:pt x="-36676" y="301197"/>
                  <a:pt x="261374" y="-227"/>
                  <a:pt x="556141" y="0"/>
                </a:cubicBezTo>
                <a:cubicBezTo>
                  <a:pt x="670795" y="-17660"/>
                  <a:pt x="783466" y="30489"/>
                  <a:pt x="967007" y="0"/>
                </a:cubicBezTo>
                <a:cubicBezTo>
                  <a:pt x="1150548" y="-30489"/>
                  <a:pt x="1249121" y="8839"/>
                  <a:pt x="1433899" y="0"/>
                </a:cubicBezTo>
                <a:cubicBezTo>
                  <a:pt x="1618677" y="-8839"/>
                  <a:pt x="1771012" y="22599"/>
                  <a:pt x="1882116" y="0"/>
                </a:cubicBezTo>
                <a:cubicBezTo>
                  <a:pt x="1993220" y="-22599"/>
                  <a:pt x="2235903" y="10580"/>
                  <a:pt x="2423712" y="0"/>
                </a:cubicBezTo>
                <a:cubicBezTo>
                  <a:pt x="2743412" y="79668"/>
                  <a:pt x="2940533" y="213645"/>
                  <a:pt x="2979853" y="556141"/>
                </a:cubicBezTo>
                <a:cubicBezTo>
                  <a:pt x="3001722" y="721863"/>
                  <a:pt x="2954018" y="887072"/>
                  <a:pt x="2979853" y="1019742"/>
                </a:cubicBezTo>
                <a:cubicBezTo>
                  <a:pt x="3005688" y="1152412"/>
                  <a:pt x="2971226" y="1282210"/>
                  <a:pt x="2979853" y="1447681"/>
                </a:cubicBezTo>
                <a:cubicBezTo>
                  <a:pt x="3002903" y="1720276"/>
                  <a:pt x="2750111" y="2033425"/>
                  <a:pt x="2423712" y="2003822"/>
                </a:cubicBezTo>
                <a:cubicBezTo>
                  <a:pt x="2251646" y="2050688"/>
                  <a:pt x="2078199" y="1977961"/>
                  <a:pt x="1938144" y="2003822"/>
                </a:cubicBezTo>
                <a:cubicBezTo>
                  <a:pt x="1798089" y="2029683"/>
                  <a:pt x="1681561" y="1961633"/>
                  <a:pt x="1489927" y="2003822"/>
                </a:cubicBezTo>
                <a:cubicBezTo>
                  <a:pt x="1298293" y="2046011"/>
                  <a:pt x="1198703" y="1990719"/>
                  <a:pt x="1079061" y="2003822"/>
                </a:cubicBezTo>
                <a:cubicBezTo>
                  <a:pt x="959419" y="2016925"/>
                  <a:pt x="789478" y="1985492"/>
                  <a:pt x="556141" y="2003822"/>
                </a:cubicBezTo>
                <a:cubicBezTo>
                  <a:pt x="323228" y="2012902"/>
                  <a:pt x="-75651" y="1724085"/>
                  <a:pt x="0" y="1447681"/>
                </a:cubicBezTo>
                <a:cubicBezTo>
                  <a:pt x="-20593" y="1298514"/>
                  <a:pt x="27612" y="1232573"/>
                  <a:pt x="0" y="1019742"/>
                </a:cubicBezTo>
                <a:cubicBezTo>
                  <a:pt x="-27612" y="806911"/>
                  <a:pt x="18882" y="697293"/>
                  <a:pt x="0" y="556141"/>
                </a:cubicBezTo>
                <a:close/>
              </a:path>
              <a:path w="2979853" h="2003822" stroke="0" extrusionOk="0">
                <a:moveTo>
                  <a:pt x="0" y="556141"/>
                </a:moveTo>
                <a:cubicBezTo>
                  <a:pt x="-11740" y="259251"/>
                  <a:pt x="220231" y="-24753"/>
                  <a:pt x="556141" y="0"/>
                </a:cubicBezTo>
                <a:cubicBezTo>
                  <a:pt x="789180" y="-53013"/>
                  <a:pt x="878354" y="9195"/>
                  <a:pt x="1060385" y="0"/>
                </a:cubicBezTo>
                <a:cubicBezTo>
                  <a:pt x="1242416" y="-9195"/>
                  <a:pt x="1328057" y="21135"/>
                  <a:pt x="1508602" y="0"/>
                </a:cubicBezTo>
                <a:cubicBezTo>
                  <a:pt x="1689147" y="-21135"/>
                  <a:pt x="1843129" y="18644"/>
                  <a:pt x="1938144" y="0"/>
                </a:cubicBezTo>
                <a:cubicBezTo>
                  <a:pt x="2033159" y="-18644"/>
                  <a:pt x="2250600" y="4553"/>
                  <a:pt x="2423712" y="0"/>
                </a:cubicBezTo>
                <a:cubicBezTo>
                  <a:pt x="2779800" y="62457"/>
                  <a:pt x="3024131" y="302304"/>
                  <a:pt x="2979853" y="556141"/>
                </a:cubicBezTo>
                <a:cubicBezTo>
                  <a:pt x="3014089" y="766197"/>
                  <a:pt x="2975821" y="905853"/>
                  <a:pt x="2979853" y="1019742"/>
                </a:cubicBezTo>
                <a:cubicBezTo>
                  <a:pt x="2983885" y="1133631"/>
                  <a:pt x="2948412" y="1289112"/>
                  <a:pt x="2979853" y="1447681"/>
                </a:cubicBezTo>
                <a:cubicBezTo>
                  <a:pt x="3007899" y="1723093"/>
                  <a:pt x="2673357" y="1986449"/>
                  <a:pt x="2423712" y="2003822"/>
                </a:cubicBezTo>
                <a:cubicBezTo>
                  <a:pt x="2276090" y="2019664"/>
                  <a:pt x="2083996" y="1984098"/>
                  <a:pt x="1919468" y="2003822"/>
                </a:cubicBezTo>
                <a:cubicBezTo>
                  <a:pt x="1754940" y="2023546"/>
                  <a:pt x="1583603" y="2003626"/>
                  <a:pt x="1471251" y="2003822"/>
                </a:cubicBezTo>
                <a:cubicBezTo>
                  <a:pt x="1358899" y="2004018"/>
                  <a:pt x="1196088" y="1972333"/>
                  <a:pt x="1004358" y="2003822"/>
                </a:cubicBezTo>
                <a:cubicBezTo>
                  <a:pt x="812628" y="2035311"/>
                  <a:pt x="660206" y="1953678"/>
                  <a:pt x="556141" y="2003822"/>
                </a:cubicBezTo>
                <a:cubicBezTo>
                  <a:pt x="272419" y="1991818"/>
                  <a:pt x="-28524" y="1732126"/>
                  <a:pt x="0" y="1447681"/>
                </a:cubicBezTo>
                <a:cubicBezTo>
                  <a:pt x="-36626" y="1353033"/>
                  <a:pt x="5914" y="1181763"/>
                  <a:pt x="0" y="1028657"/>
                </a:cubicBezTo>
                <a:cubicBezTo>
                  <a:pt x="-5914" y="875551"/>
                  <a:pt x="56245" y="776249"/>
                  <a:pt x="0" y="556141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82142188">
                  <a:prstGeom prst="roundRect">
                    <a:avLst>
                      <a:gd name="adj" fmla="val 2775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Throughout the prototype,</a:t>
            </a:r>
            <a:r>
              <a:rPr lang="en-GB" sz="1300">
                <a:solidFill>
                  <a:srgbClr val="25589B"/>
                </a:solidFill>
                <a:latin typeface="Segoe UI"/>
                <a:cs typeface="Segoe UI"/>
              </a:rPr>
              <a:t> we've used rounded corners on </a:t>
            </a:r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 </a:t>
            </a:r>
            <a:r>
              <a:rPr lang="en-GB" sz="1300">
                <a:solidFill>
                  <a:srgbClr val="25589B"/>
                </a:solidFill>
                <a:latin typeface="Segoe UI"/>
                <a:cs typeface="Segoe UI"/>
              </a:rPr>
              <a:t>most elements and buttons, </a:t>
            </a:r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giving a soft, playful look. We want the app to be easy on the eyes and not crowded with too many elements together, which can be overstimulating for some users.</a:t>
            </a:r>
          </a:p>
        </p:txBody>
      </p:sp>
      <p:pic>
        <p:nvPicPr>
          <p:cNvPr id="2" name="Prototype - Start">
            <a:extLst>
              <a:ext uri="{FF2B5EF4-FFF2-40B4-BE49-F238E27FC236}">
                <a16:creationId xmlns:a16="http://schemas.microsoft.com/office/drawing/2014/main" id="{D9C71D8E-DE37-9CCC-4424-4C482BDBD6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78" y="1709341"/>
            <a:ext cx="2168235" cy="4714025"/>
          </a:xfrm>
          <a:prstGeom prst="rect">
            <a:avLst/>
          </a:prstGeom>
        </p:spPr>
      </p:pic>
      <p:sp>
        <p:nvSpPr>
          <p:cNvPr id="18" name="arrow">
            <a:extLst>
              <a:ext uri="{FF2B5EF4-FFF2-40B4-BE49-F238E27FC236}">
                <a16:creationId xmlns:a16="http://schemas.microsoft.com/office/drawing/2014/main" id="{4EF835C7-FC06-E5D6-7FA9-F36007E47039}"/>
              </a:ext>
            </a:extLst>
          </p:cNvPr>
          <p:cNvSpPr/>
          <p:nvPr/>
        </p:nvSpPr>
        <p:spPr>
          <a:xfrm rot="1203043">
            <a:off x="2395053" y="1716515"/>
            <a:ext cx="1567444" cy="1482608"/>
          </a:xfrm>
          <a:custGeom>
            <a:avLst/>
            <a:gdLst/>
            <a:ahLst/>
            <a:cxnLst/>
            <a:rect l="l" t="t" r="r" b="b"/>
            <a:pathLst>
              <a:path w="3477006" h="4114800">
                <a:moveTo>
                  <a:pt x="0" y="0"/>
                </a:moveTo>
                <a:lnTo>
                  <a:pt x="3477006" y="0"/>
                </a:lnTo>
                <a:lnTo>
                  <a:pt x="34770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effectLst>
            <a:outerShdw blurRad="76200" dist="50800" dir="5400000" algn="ctr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1013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316A7-A225-25C0-EA73-6E9EE04D6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rrow">
            <a:extLst>
              <a:ext uri="{FF2B5EF4-FFF2-40B4-BE49-F238E27FC236}">
                <a16:creationId xmlns:a16="http://schemas.microsoft.com/office/drawing/2014/main" id="{435D897E-D1DE-1BFD-48E3-64902D71FFD5}"/>
              </a:ext>
            </a:extLst>
          </p:cNvPr>
          <p:cNvSpPr/>
          <p:nvPr/>
        </p:nvSpPr>
        <p:spPr>
          <a:xfrm rot="13735134" flipH="1" flipV="1">
            <a:off x="6456598" y="3883834"/>
            <a:ext cx="1160130" cy="1687462"/>
          </a:xfrm>
          <a:custGeom>
            <a:avLst/>
            <a:gdLst/>
            <a:ahLst/>
            <a:cxnLst/>
            <a:rect l="l" t="t" r="r" b="b"/>
            <a:pathLst>
              <a:path w="2828925" h="4114800">
                <a:moveTo>
                  <a:pt x="0" y="0"/>
                </a:moveTo>
                <a:lnTo>
                  <a:pt x="2828925" y="0"/>
                </a:lnTo>
                <a:lnTo>
                  <a:pt x="28289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effectLst>
            <a:outerShdw blurRad="76200" dist="50800" dir="5400000" algn="ctr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2ED39E78-E916-BBED-8AD2-32E21BAED248}"/>
              </a:ext>
            </a:extLst>
          </p:cNvPr>
          <p:cNvSpPr txBox="1"/>
          <p:nvPr/>
        </p:nvSpPr>
        <p:spPr>
          <a:xfrm flipH="1">
            <a:off x="9453136" y="3071407"/>
            <a:ext cx="2657282" cy="1536412"/>
          </a:xfrm>
          <a:custGeom>
            <a:avLst/>
            <a:gdLst>
              <a:gd name="csX0" fmla="*/ 775049 w 2657282"/>
              <a:gd name="csY0" fmla="*/ 1728464 h 1536412"/>
              <a:gd name="csX1" fmla="*/ 675706 w 2657282"/>
              <a:gd name="csY1" fmla="*/ 1437249 h 1536412"/>
              <a:gd name="csX2" fmla="*/ 508844 w 2657282"/>
              <a:gd name="csY2" fmla="*/ 163667 h 1536412"/>
              <a:gd name="csX3" fmla="*/ 1726745 w 2657282"/>
              <a:gd name="csY3" fmla="*/ 35295 h 1536412"/>
              <a:gd name="csX4" fmla="*/ 2442339 w 2657282"/>
              <a:gd name="csY4" fmla="*/ 1187129 h 1536412"/>
              <a:gd name="csX5" fmla="*/ 1156721 w 2657282"/>
              <a:gd name="csY5" fmla="*/ 1529953 h 1536412"/>
              <a:gd name="csX6" fmla="*/ 775049 w 2657282"/>
              <a:gd name="csY6" fmla="*/ 1728464 h 15364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57282" h="1536412" fill="none" extrusionOk="0">
                <a:moveTo>
                  <a:pt x="775049" y="1728464"/>
                </a:moveTo>
                <a:cubicBezTo>
                  <a:pt x="727482" y="1657647"/>
                  <a:pt x="729053" y="1542814"/>
                  <a:pt x="675706" y="1437249"/>
                </a:cubicBezTo>
                <a:cubicBezTo>
                  <a:pt x="-75834" y="1107796"/>
                  <a:pt x="-220840" y="484144"/>
                  <a:pt x="508844" y="163667"/>
                </a:cubicBezTo>
                <a:cubicBezTo>
                  <a:pt x="838813" y="3042"/>
                  <a:pt x="1354031" y="2343"/>
                  <a:pt x="1726745" y="35295"/>
                </a:cubicBezTo>
                <a:cubicBezTo>
                  <a:pt x="2674739" y="210809"/>
                  <a:pt x="2965819" y="744344"/>
                  <a:pt x="2442339" y="1187129"/>
                </a:cubicBezTo>
                <a:cubicBezTo>
                  <a:pt x="2121898" y="1459117"/>
                  <a:pt x="1670959" y="1470521"/>
                  <a:pt x="1156721" y="1529953"/>
                </a:cubicBezTo>
                <a:cubicBezTo>
                  <a:pt x="1100801" y="1530924"/>
                  <a:pt x="848552" y="1667091"/>
                  <a:pt x="775049" y="1728464"/>
                </a:cubicBezTo>
                <a:close/>
              </a:path>
              <a:path w="2657282" h="1536412" stroke="0" extrusionOk="0">
                <a:moveTo>
                  <a:pt x="775049" y="1728464"/>
                </a:moveTo>
                <a:cubicBezTo>
                  <a:pt x="748742" y="1617542"/>
                  <a:pt x="748985" y="1569001"/>
                  <a:pt x="675706" y="1437249"/>
                </a:cubicBezTo>
                <a:cubicBezTo>
                  <a:pt x="-60027" y="1260167"/>
                  <a:pt x="-198063" y="626341"/>
                  <a:pt x="508844" y="163667"/>
                </a:cubicBezTo>
                <a:cubicBezTo>
                  <a:pt x="885606" y="-30979"/>
                  <a:pt x="1326677" y="-27525"/>
                  <a:pt x="1726745" y="35295"/>
                </a:cubicBezTo>
                <a:cubicBezTo>
                  <a:pt x="2538151" y="215438"/>
                  <a:pt x="2902462" y="870403"/>
                  <a:pt x="2442339" y="1187129"/>
                </a:cubicBezTo>
                <a:cubicBezTo>
                  <a:pt x="2085186" y="1432793"/>
                  <a:pt x="1697962" y="1611997"/>
                  <a:pt x="1156721" y="1529953"/>
                </a:cubicBezTo>
                <a:cubicBezTo>
                  <a:pt x="1005058" y="1633161"/>
                  <a:pt x="881315" y="1693619"/>
                  <a:pt x="775049" y="1728464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82142188">
                  <a:prstGeom prst="wedgeEllipseCallou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The </a:t>
            </a:r>
            <a:r>
              <a:rPr lang="en-GB" sz="1300">
                <a:solidFill>
                  <a:srgbClr val="25589B"/>
                </a:solidFill>
                <a:latin typeface="Segoe UI"/>
                <a:cs typeface="Segoe UI"/>
              </a:rPr>
              <a:t>pixel icons add an element of fun to the overall vibe of the app. Doing tasks can be fun!</a:t>
            </a:r>
            <a:endParaRPr lang="en-GB" sz="1300" noProof="0">
              <a:solidFill>
                <a:srgbClr val="25589B"/>
              </a:solidFill>
              <a:latin typeface="Segoe UI"/>
              <a:cs typeface="Segoe UI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9D9BB47D-0C50-9D78-BF98-D6101AC5BCFE}"/>
              </a:ext>
            </a:extLst>
          </p:cNvPr>
          <p:cNvSpPr txBox="1"/>
          <p:nvPr/>
        </p:nvSpPr>
        <p:spPr>
          <a:xfrm>
            <a:off x="5792983" y="4883078"/>
            <a:ext cx="3370625" cy="1967746"/>
          </a:xfrm>
          <a:custGeom>
            <a:avLst/>
            <a:gdLst>
              <a:gd name="csX0" fmla="*/ 304292 w 3370625"/>
              <a:gd name="csY0" fmla="*/ 654548 h 1967746"/>
              <a:gd name="csX1" fmla="*/ 438727 w 3370625"/>
              <a:gd name="csY1" fmla="*/ 314611 h 1967746"/>
              <a:gd name="csX2" fmla="*/ 1092722 w 3370625"/>
              <a:gd name="csY2" fmla="*/ 236949 h 1967746"/>
              <a:gd name="csX3" fmla="*/ 1752100 w 3370625"/>
              <a:gd name="csY3" fmla="*/ 156326 h 1967746"/>
              <a:gd name="csX4" fmla="*/ 2009032 w 3370625"/>
              <a:gd name="csY4" fmla="*/ 9109 h 1967746"/>
              <a:gd name="csX5" fmla="*/ 2327681 w 3370625"/>
              <a:gd name="csY5" fmla="*/ 113008 h 1967746"/>
              <a:gd name="csX6" fmla="*/ 2766955 w 3370625"/>
              <a:gd name="csY6" fmla="*/ 31429 h 1967746"/>
              <a:gd name="csX7" fmla="*/ 2989713 w 3370625"/>
              <a:gd name="csY7" fmla="*/ 253984 h 1967746"/>
              <a:gd name="csX8" fmla="*/ 3275592 w 3370625"/>
              <a:gd name="csY8" fmla="*/ 469981 h 1967746"/>
              <a:gd name="csX9" fmla="*/ 3262796 w 3370625"/>
              <a:gd name="csY9" fmla="*/ 704197 h 1967746"/>
              <a:gd name="csX10" fmla="*/ 3356268 w 3370625"/>
              <a:gd name="csY10" fmla="*/ 1062309 h 1967746"/>
              <a:gd name="csX11" fmla="*/ 2918399 w 3370625"/>
              <a:gd name="csY11" fmla="*/ 1375782 h 1967746"/>
              <a:gd name="csX12" fmla="*/ 2761649 w 3370625"/>
              <a:gd name="csY12" fmla="*/ 1644388 h 1967746"/>
              <a:gd name="csX13" fmla="*/ 2227967 w 3370625"/>
              <a:gd name="csY13" fmla="*/ 1676911 h 1967746"/>
              <a:gd name="csX14" fmla="*/ 1846587 w 3370625"/>
              <a:gd name="csY14" fmla="*/ 1963464 h 1967746"/>
              <a:gd name="csX15" fmla="*/ 1285831 w 3370625"/>
              <a:gd name="csY15" fmla="*/ 1788553 h 1967746"/>
              <a:gd name="csX16" fmla="*/ 452849 w 3370625"/>
              <a:gd name="csY16" fmla="*/ 1615738 h 1967746"/>
              <a:gd name="csX17" fmla="*/ 86606 w 3370625"/>
              <a:gd name="csY17" fmla="*/ 1423427 h 1967746"/>
              <a:gd name="csX18" fmla="*/ 164864 w 3370625"/>
              <a:gd name="csY18" fmla="*/ 1163839 h 1967746"/>
              <a:gd name="csX19" fmla="*/ -391 w 3370625"/>
              <a:gd name="csY19" fmla="*/ 897510 h 1967746"/>
              <a:gd name="csX20" fmla="*/ 301405 w 3370625"/>
              <a:gd name="csY20" fmla="*/ 660789 h 1967746"/>
              <a:gd name="csX21" fmla="*/ 304292 w 3370625"/>
              <a:gd name="csY21" fmla="*/ 654548 h 1967746"/>
              <a:gd name="csX0" fmla="*/ 366165 w 3370625"/>
              <a:gd name="csY0" fmla="*/ 1192353 h 1967746"/>
              <a:gd name="csX1" fmla="*/ 168531 w 3370625"/>
              <a:gd name="csY1" fmla="*/ 1156050 h 1967746"/>
              <a:gd name="csX2" fmla="*/ 540548 w 3370625"/>
              <a:gd name="csY2" fmla="*/ 1589638 h 1967746"/>
              <a:gd name="csX3" fmla="*/ 454098 w 3370625"/>
              <a:gd name="csY3" fmla="*/ 1606992 h 1967746"/>
              <a:gd name="csX4" fmla="*/ 1285674 w 3370625"/>
              <a:gd name="csY4" fmla="*/ 1780536 h 1967746"/>
              <a:gd name="csX5" fmla="*/ 1233555 w 3370625"/>
              <a:gd name="csY5" fmla="*/ 1701280 h 1967746"/>
              <a:gd name="csX6" fmla="*/ 2249189 w 3370625"/>
              <a:gd name="csY6" fmla="*/ 1582896 h 1967746"/>
              <a:gd name="csX7" fmla="*/ 2228357 w 3370625"/>
              <a:gd name="csY7" fmla="*/ 1669851 h 1967746"/>
              <a:gd name="csX8" fmla="*/ 2662871 w 3370625"/>
              <a:gd name="csY8" fmla="*/ 1045547 h 1967746"/>
              <a:gd name="csX9" fmla="*/ 2916526 w 3370625"/>
              <a:gd name="csY9" fmla="*/ 1370589 h 1967746"/>
              <a:gd name="csX10" fmla="*/ 3261235 w 3370625"/>
              <a:gd name="csY10" fmla="*/ 699369 h 1967746"/>
              <a:gd name="csX11" fmla="*/ 3148257 w 3370625"/>
              <a:gd name="csY11" fmla="*/ 821260 h 1967746"/>
              <a:gd name="csX12" fmla="*/ 2990181 w 3370625"/>
              <a:gd name="csY12" fmla="*/ 247152 h 1967746"/>
              <a:gd name="csX13" fmla="*/ 2996111 w 3370625"/>
              <a:gd name="csY13" fmla="*/ 304727 h 1967746"/>
              <a:gd name="csX14" fmla="*/ 2268773 w 3370625"/>
              <a:gd name="csY14" fmla="*/ 180012 h 1967746"/>
              <a:gd name="csX15" fmla="*/ 2326667 w 3370625"/>
              <a:gd name="csY15" fmla="*/ 106586 h 1967746"/>
              <a:gd name="csX16" fmla="*/ 1727523 w 3370625"/>
              <a:gd name="csY16" fmla="*/ 214994 h 1967746"/>
              <a:gd name="csX17" fmla="*/ 1755533 w 3370625"/>
              <a:gd name="csY17" fmla="*/ 151680 h 1967746"/>
              <a:gd name="csX18" fmla="*/ 1092332 w 3370625"/>
              <a:gd name="csY18" fmla="*/ 236493 h 1967746"/>
              <a:gd name="csX19" fmla="*/ 1193763 w 3370625"/>
              <a:gd name="csY19" fmla="*/ 297894 h 1967746"/>
              <a:gd name="csX20" fmla="*/ 322003 w 3370625"/>
              <a:gd name="csY20" fmla="*/ 719183 h 1967746"/>
              <a:gd name="csX21" fmla="*/ 304292 w 3370625"/>
              <a:gd name="csY21" fmla="*/ 654548 h 19677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370625" h="1967746" fill="none" extrusionOk="0">
                <a:moveTo>
                  <a:pt x="304292" y="654548"/>
                </a:moveTo>
                <a:cubicBezTo>
                  <a:pt x="281338" y="531423"/>
                  <a:pt x="340052" y="408196"/>
                  <a:pt x="438727" y="314611"/>
                </a:cubicBezTo>
                <a:cubicBezTo>
                  <a:pt x="567009" y="180987"/>
                  <a:pt x="898851" y="107454"/>
                  <a:pt x="1092722" y="236949"/>
                </a:cubicBezTo>
                <a:cubicBezTo>
                  <a:pt x="1244606" y="74237"/>
                  <a:pt x="1575780" y="41391"/>
                  <a:pt x="1752100" y="156326"/>
                </a:cubicBezTo>
                <a:cubicBezTo>
                  <a:pt x="1808864" y="70605"/>
                  <a:pt x="1906341" y="11030"/>
                  <a:pt x="2009032" y="9109"/>
                </a:cubicBezTo>
                <a:cubicBezTo>
                  <a:pt x="2130490" y="-10321"/>
                  <a:pt x="2248287" y="50201"/>
                  <a:pt x="2327681" y="113008"/>
                </a:cubicBezTo>
                <a:cubicBezTo>
                  <a:pt x="2435056" y="23534"/>
                  <a:pt x="2604157" y="-22571"/>
                  <a:pt x="2766955" y="31429"/>
                </a:cubicBezTo>
                <a:cubicBezTo>
                  <a:pt x="2890923" y="72226"/>
                  <a:pt x="2964388" y="153708"/>
                  <a:pt x="2989713" y="253984"/>
                </a:cubicBezTo>
                <a:cubicBezTo>
                  <a:pt x="3123990" y="285049"/>
                  <a:pt x="3226787" y="362309"/>
                  <a:pt x="3275592" y="469981"/>
                </a:cubicBezTo>
                <a:cubicBezTo>
                  <a:pt x="3313976" y="534610"/>
                  <a:pt x="3303159" y="628561"/>
                  <a:pt x="3262796" y="704197"/>
                </a:cubicBezTo>
                <a:cubicBezTo>
                  <a:pt x="3369580" y="814204"/>
                  <a:pt x="3392233" y="941143"/>
                  <a:pt x="3356268" y="1062309"/>
                </a:cubicBezTo>
                <a:cubicBezTo>
                  <a:pt x="3318037" y="1215886"/>
                  <a:pt x="3152095" y="1376856"/>
                  <a:pt x="2918399" y="1375782"/>
                </a:cubicBezTo>
                <a:cubicBezTo>
                  <a:pt x="2937461" y="1481397"/>
                  <a:pt x="2858838" y="1563191"/>
                  <a:pt x="2761649" y="1644388"/>
                </a:cubicBezTo>
                <a:cubicBezTo>
                  <a:pt x="2597208" y="1746855"/>
                  <a:pt x="2392058" y="1753833"/>
                  <a:pt x="2227967" y="1676911"/>
                </a:cubicBezTo>
                <a:cubicBezTo>
                  <a:pt x="2163526" y="1819608"/>
                  <a:pt x="2027667" y="1930947"/>
                  <a:pt x="1846587" y="1963464"/>
                </a:cubicBezTo>
                <a:cubicBezTo>
                  <a:pt x="1647129" y="1978581"/>
                  <a:pt x="1421499" y="1935324"/>
                  <a:pt x="1285831" y="1788553"/>
                </a:cubicBezTo>
                <a:cubicBezTo>
                  <a:pt x="980479" y="1971330"/>
                  <a:pt x="624123" y="1897211"/>
                  <a:pt x="452849" y="1615738"/>
                </a:cubicBezTo>
                <a:cubicBezTo>
                  <a:pt x="293497" y="1644428"/>
                  <a:pt x="127588" y="1534173"/>
                  <a:pt x="86606" y="1423427"/>
                </a:cubicBezTo>
                <a:cubicBezTo>
                  <a:pt x="57801" y="1322933"/>
                  <a:pt x="64570" y="1231605"/>
                  <a:pt x="164864" y="1163839"/>
                </a:cubicBezTo>
                <a:cubicBezTo>
                  <a:pt x="44733" y="1108657"/>
                  <a:pt x="-37929" y="1001951"/>
                  <a:pt x="-391" y="897510"/>
                </a:cubicBezTo>
                <a:cubicBezTo>
                  <a:pt x="21301" y="772744"/>
                  <a:pt x="166275" y="666684"/>
                  <a:pt x="301405" y="660789"/>
                </a:cubicBezTo>
                <a:cubicBezTo>
                  <a:pt x="302219" y="658382"/>
                  <a:pt x="303527" y="656641"/>
                  <a:pt x="304292" y="654548"/>
                </a:cubicBezTo>
                <a:close/>
              </a:path>
              <a:path w="3370625" h="1967746" fill="none" extrusionOk="0">
                <a:moveTo>
                  <a:pt x="366165" y="1192353"/>
                </a:moveTo>
                <a:cubicBezTo>
                  <a:pt x="304887" y="1197231"/>
                  <a:pt x="217660" y="1189215"/>
                  <a:pt x="168531" y="1156050"/>
                </a:cubicBezTo>
                <a:moveTo>
                  <a:pt x="540548" y="1589638"/>
                </a:moveTo>
                <a:cubicBezTo>
                  <a:pt x="510502" y="1602430"/>
                  <a:pt x="488899" y="1604934"/>
                  <a:pt x="454098" y="1606992"/>
                </a:cubicBezTo>
                <a:moveTo>
                  <a:pt x="1285674" y="1780536"/>
                </a:moveTo>
                <a:cubicBezTo>
                  <a:pt x="1262880" y="1759466"/>
                  <a:pt x="1249228" y="1731091"/>
                  <a:pt x="1233555" y="1701280"/>
                </a:cubicBezTo>
                <a:moveTo>
                  <a:pt x="2249189" y="1582896"/>
                </a:moveTo>
                <a:cubicBezTo>
                  <a:pt x="2243085" y="1609051"/>
                  <a:pt x="2240716" y="1646183"/>
                  <a:pt x="2228357" y="1669851"/>
                </a:cubicBezTo>
                <a:moveTo>
                  <a:pt x="2662871" y="1045547"/>
                </a:moveTo>
                <a:cubicBezTo>
                  <a:pt x="2823235" y="1106930"/>
                  <a:pt x="2910078" y="1222051"/>
                  <a:pt x="2916526" y="1370589"/>
                </a:cubicBezTo>
                <a:moveTo>
                  <a:pt x="3261235" y="699369"/>
                </a:moveTo>
                <a:cubicBezTo>
                  <a:pt x="3237217" y="743932"/>
                  <a:pt x="3205419" y="791311"/>
                  <a:pt x="3148257" y="821260"/>
                </a:cubicBezTo>
                <a:moveTo>
                  <a:pt x="2990181" y="247152"/>
                </a:moveTo>
                <a:cubicBezTo>
                  <a:pt x="2994310" y="264973"/>
                  <a:pt x="2998299" y="286308"/>
                  <a:pt x="2996111" y="304727"/>
                </a:cubicBezTo>
                <a:moveTo>
                  <a:pt x="2268773" y="180012"/>
                </a:moveTo>
                <a:cubicBezTo>
                  <a:pt x="2285006" y="148837"/>
                  <a:pt x="2306761" y="128559"/>
                  <a:pt x="2326667" y="106586"/>
                </a:cubicBezTo>
                <a:moveTo>
                  <a:pt x="1727523" y="214994"/>
                </a:moveTo>
                <a:cubicBezTo>
                  <a:pt x="1735615" y="191017"/>
                  <a:pt x="1742691" y="168323"/>
                  <a:pt x="1755533" y="151680"/>
                </a:cubicBezTo>
                <a:moveTo>
                  <a:pt x="1092332" y="236493"/>
                </a:moveTo>
                <a:cubicBezTo>
                  <a:pt x="1126378" y="251708"/>
                  <a:pt x="1163917" y="281599"/>
                  <a:pt x="1193763" y="297894"/>
                </a:cubicBezTo>
                <a:moveTo>
                  <a:pt x="322003" y="719183"/>
                </a:moveTo>
                <a:cubicBezTo>
                  <a:pt x="312108" y="695983"/>
                  <a:pt x="307910" y="676893"/>
                  <a:pt x="304292" y="654548"/>
                </a:cubicBezTo>
              </a:path>
              <a:path w="3370625" h="1967746" stroke="0" extrusionOk="0">
                <a:moveTo>
                  <a:pt x="304292" y="654548"/>
                </a:moveTo>
                <a:cubicBezTo>
                  <a:pt x="269211" y="543150"/>
                  <a:pt x="327507" y="402086"/>
                  <a:pt x="438727" y="314611"/>
                </a:cubicBezTo>
                <a:cubicBezTo>
                  <a:pt x="613043" y="176360"/>
                  <a:pt x="881145" y="144944"/>
                  <a:pt x="1092722" y="236949"/>
                </a:cubicBezTo>
                <a:cubicBezTo>
                  <a:pt x="1232881" y="29907"/>
                  <a:pt x="1587077" y="25568"/>
                  <a:pt x="1752100" y="156326"/>
                </a:cubicBezTo>
                <a:cubicBezTo>
                  <a:pt x="1789491" y="89323"/>
                  <a:pt x="1895175" y="38369"/>
                  <a:pt x="2009032" y="9109"/>
                </a:cubicBezTo>
                <a:cubicBezTo>
                  <a:pt x="2127589" y="-4740"/>
                  <a:pt x="2257556" y="40971"/>
                  <a:pt x="2327681" y="113008"/>
                </a:cubicBezTo>
                <a:cubicBezTo>
                  <a:pt x="2452899" y="33097"/>
                  <a:pt x="2622388" y="-18451"/>
                  <a:pt x="2766955" y="31429"/>
                </a:cubicBezTo>
                <a:cubicBezTo>
                  <a:pt x="2893401" y="54500"/>
                  <a:pt x="2984177" y="165416"/>
                  <a:pt x="2989713" y="253984"/>
                </a:cubicBezTo>
                <a:cubicBezTo>
                  <a:pt x="3131868" y="277139"/>
                  <a:pt x="3245307" y="349133"/>
                  <a:pt x="3275592" y="469981"/>
                </a:cubicBezTo>
                <a:cubicBezTo>
                  <a:pt x="3292894" y="542320"/>
                  <a:pt x="3313439" y="640113"/>
                  <a:pt x="3262796" y="704197"/>
                </a:cubicBezTo>
                <a:cubicBezTo>
                  <a:pt x="3374521" y="808790"/>
                  <a:pt x="3412346" y="931552"/>
                  <a:pt x="3356268" y="1062309"/>
                </a:cubicBezTo>
                <a:cubicBezTo>
                  <a:pt x="3284862" y="1238869"/>
                  <a:pt x="3131338" y="1346278"/>
                  <a:pt x="2918399" y="1375782"/>
                </a:cubicBezTo>
                <a:cubicBezTo>
                  <a:pt x="2931050" y="1487417"/>
                  <a:pt x="2879936" y="1567245"/>
                  <a:pt x="2761649" y="1644388"/>
                </a:cubicBezTo>
                <a:cubicBezTo>
                  <a:pt x="2643155" y="1730826"/>
                  <a:pt x="2375437" y="1743913"/>
                  <a:pt x="2227967" y="1676911"/>
                </a:cubicBezTo>
                <a:cubicBezTo>
                  <a:pt x="2199545" y="1794205"/>
                  <a:pt x="2008661" y="1898498"/>
                  <a:pt x="1846587" y="1963464"/>
                </a:cubicBezTo>
                <a:cubicBezTo>
                  <a:pt x="1633711" y="1990742"/>
                  <a:pt x="1421613" y="1917759"/>
                  <a:pt x="1285831" y="1788553"/>
                </a:cubicBezTo>
                <a:cubicBezTo>
                  <a:pt x="979385" y="1951594"/>
                  <a:pt x="675476" y="1848267"/>
                  <a:pt x="452849" y="1615738"/>
                </a:cubicBezTo>
                <a:cubicBezTo>
                  <a:pt x="278194" y="1636123"/>
                  <a:pt x="130584" y="1550599"/>
                  <a:pt x="86606" y="1423427"/>
                </a:cubicBezTo>
                <a:cubicBezTo>
                  <a:pt x="38099" y="1319822"/>
                  <a:pt x="79199" y="1221538"/>
                  <a:pt x="164864" y="1163839"/>
                </a:cubicBezTo>
                <a:cubicBezTo>
                  <a:pt x="38577" y="1124647"/>
                  <a:pt x="-21828" y="984332"/>
                  <a:pt x="-391" y="897510"/>
                </a:cubicBezTo>
                <a:cubicBezTo>
                  <a:pt x="9452" y="762977"/>
                  <a:pt x="147511" y="696309"/>
                  <a:pt x="301405" y="660789"/>
                </a:cubicBezTo>
                <a:cubicBezTo>
                  <a:pt x="302047" y="658429"/>
                  <a:pt x="303388" y="656745"/>
                  <a:pt x="304292" y="654548"/>
                </a:cubicBezTo>
                <a:close/>
              </a:path>
              <a:path w="3370625" h="1967746" fill="none" stroke="0" extrusionOk="0">
                <a:moveTo>
                  <a:pt x="366165" y="1192353"/>
                </a:moveTo>
                <a:cubicBezTo>
                  <a:pt x="306775" y="1188209"/>
                  <a:pt x="223527" y="1181049"/>
                  <a:pt x="168531" y="1156050"/>
                </a:cubicBezTo>
                <a:moveTo>
                  <a:pt x="540548" y="1589638"/>
                </a:moveTo>
                <a:cubicBezTo>
                  <a:pt x="512763" y="1593578"/>
                  <a:pt x="482454" y="1603649"/>
                  <a:pt x="454098" y="1606992"/>
                </a:cubicBezTo>
                <a:moveTo>
                  <a:pt x="1285674" y="1780536"/>
                </a:moveTo>
                <a:cubicBezTo>
                  <a:pt x="1267914" y="1754515"/>
                  <a:pt x="1245976" y="1728838"/>
                  <a:pt x="1233555" y="1701280"/>
                </a:cubicBezTo>
                <a:moveTo>
                  <a:pt x="2249189" y="1582896"/>
                </a:moveTo>
                <a:cubicBezTo>
                  <a:pt x="2243399" y="1610781"/>
                  <a:pt x="2240022" y="1646517"/>
                  <a:pt x="2228357" y="1669851"/>
                </a:cubicBezTo>
                <a:moveTo>
                  <a:pt x="2662871" y="1045547"/>
                </a:moveTo>
                <a:cubicBezTo>
                  <a:pt x="2824577" y="1110808"/>
                  <a:pt x="2915261" y="1238925"/>
                  <a:pt x="2916526" y="1370589"/>
                </a:cubicBezTo>
                <a:moveTo>
                  <a:pt x="3261235" y="699369"/>
                </a:moveTo>
                <a:cubicBezTo>
                  <a:pt x="3236668" y="746114"/>
                  <a:pt x="3193433" y="779008"/>
                  <a:pt x="3148257" y="821260"/>
                </a:cubicBezTo>
                <a:moveTo>
                  <a:pt x="2990181" y="247152"/>
                </a:moveTo>
                <a:cubicBezTo>
                  <a:pt x="2995230" y="265124"/>
                  <a:pt x="2996439" y="282708"/>
                  <a:pt x="2996111" y="304727"/>
                </a:cubicBezTo>
                <a:moveTo>
                  <a:pt x="2268773" y="180012"/>
                </a:moveTo>
                <a:cubicBezTo>
                  <a:pt x="2280465" y="154409"/>
                  <a:pt x="2303098" y="126537"/>
                  <a:pt x="2326667" y="106586"/>
                </a:cubicBezTo>
                <a:moveTo>
                  <a:pt x="1727523" y="214994"/>
                </a:moveTo>
                <a:cubicBezTo>
                  <a:pt x="1733953" y="192205"/>
                  <a:pt x="1743724" y="169253"/>
                  <a:pt x="1755533" y="151680"/>
                </a:cubicBezTo>
                <a:moveTo>
                  <a:pt x="1092332" y="236493"/>
                </a:moveTo>
                <a:cubicBezTo>
                  <a:pt x="1125861" y="251475"/>
                  <a:pt x="1163036" y="275034"/>
                  <a:pt x="1193763" y="297894"/>
                </a:cubicBezTo>
                <a:moveTo>
                  <a:pt x="322003" y="719183"/>
                </a:moveTo>
                <a:cubicBezTo>
                  <a:pt x="311137" y="697705"/>
                  <a:pt x="306337" y="673725"/>
                  <a:pt x="304292" y="654548"/>
                </a:cubicBezTo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82142188">
                  <a:prstGeom prst="cloud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Some buttons are playful, while also maintaining contrast with the background and enough padding to make sure clicking is accessible to all.</a:t>
            </a:r>
          </a:p>
        </p:txBody>
      </p:sp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3FF1CF56-D77D-777B-969E-EDF21D99A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6178452E-7CA3-D09F-619B-49F593A6F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9406" y="3360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53E66F53-E191-6978-FC25-ECD57273F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9470" y="10493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06D3B72B-C686-DDAD-E182-2D7B51D26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28B828-529E-93CF-F4CD-70ADCB874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912018" y="1196182"/>
            <a:ext cx="973931" cy="1026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7CA584-58E7-F2EF-0DC6-23CFB8984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4144" y="1171576"/>
            <a:ext cx="973930" cy="1050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57A011-12D6-147F-8CD7-9B13E4361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207" y="6053137"/>
            <a:ext cx="973932" cy="1026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103427-F671-4C1E-5FA5-6DBA22B33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" y="6053138"/>
            <a:ext cx="926306" cy="9786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7BBCE2-FCAE-3658-DD27-F35C9A4FA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244" y="5155406"/>
            <a:ext cx="873918" cy="28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492C93-F94C-9E37-8CF4-18D077178B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8995" y="285749"/>
            <a:ext cx="1016792" cy="2976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C35922-0058-7DAE-1F6F-24124C3B8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25" y="309562"/>
            <a:ext cx="1004886" cy="2738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711ACC-E915-D9DD-7DA0-A43EA493EC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494" y="5167314"/>
            <a:ext cx="1076323" cy="273843"/>
          </a:xfrm>
          <a:prstGeom prst="rect">
            <a:avLst/>
          </a:prstGeom>
        </p:spPr>
      </p:pic>
      <p:sp>
        <p:nvSpPr>
          <p:cNvPr id="27" name="Title">
            <a:extLst>
              <a:ext uri="{FF2B5EF4-FFF2-40B4-BE49-F238E27FC236}">
                <a16:creationId xmlns:a16="http://schemas.microsoft.com/office/drawing/2014/main" id="{D618E31B-CA53-2F20-AA94-9B5E87BDD12C}"/>
              </a:ext>
            </a:extLst>
          </p:cNvPr>
          <p:cNvSpPr txBox="1">
            <a:spLocks/>
          </p:cNvSpPr>
          <p:nvPr/>
        </p:nvSpPr>
        <p:spPr>
          <a:xfrm>
            <a:off x="2519741" y="331017"/>
            <a:ext cx="71525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>
                <a:solidFill>
                  <a:schemeClr val="bg1"/>
                </a:solidFill>
                <a:latin typeface="Montserrat" pitchFamily="2" charset="0"/>
              </a:rPr>
              <a:t>Design System Choices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5DA24D5-FD67-D635-4DCD-72D7AEA963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1986" y="1582848"/>
            <a:ext cx="2171768" cy="4680640"/>
          </a:xfrm>
          <a:prstGeom prst="rect">
            <a:avLst/>
          </a:prstGeom>
        </p:spPr>
      </p:pic>
      <p:sp>
        <p:nvSpPr>
          <p:cNvPr id="26" name="arrow">
            <a:extLst>
              <a:ext uri="{FF2B5EF4-FFF2-40B4-BE49-F238E27FC236}">
                <a16:creationId xmlns:a16="http://schemas.microsoft.com/office/drawing/2014/main" id="{A2A993DE-F46D-644F-21BA-01F7CC1C2188}"/>
              </a:ext>
            </a:extLst>
          </p:cNvPr>
          <p:cNvSpPr/>
          <p:nvPr/>
        </p:nvSpPr>
        <p:spPr>
          <a:xfrm rot="21241899" flipH="1">
            <a:off x="5374984" y="2215043"/>
            <a:ext cx="1437602" cy="1451052"/>
          </a:xfrm>
          <a:custGeom>
            <a:avLst/>
            <a:gdLst/>
            <a:ahLst/>
            <a:cxnLst/>
            <a:rect l="l" t="t" r="r" b="b"/>
            <a:pathLst>
              <a:path w="3420428" h="4114800">
                <a:moveTo>
                  <a:pt x="0" y="0"/>
                </a:moveTo>
                <a:lnTo>
                  <a:pt x="3420427" y="0"/>
                </a:lnTo>
                <a:lnTo>
                  <a:pt x="34204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effectLst>
            <a:outerShdw blurRad="76200" dist="50800" dir="5400000" algn="ctr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185A94D-D7F3-9261-E928-88D66D68AD57}"/>
              </a:ext>
            </a:extLst>
          </p:cNvPr>
          <p:cNvSpPr txBox="1"/>
          <p:nvPr/>
        </p:nvSpPr>
        <p:spPr>
          <a:xfrm>
            <a:off x="5590091" y="1207731"/>
            <a:ext cx="3315835" cy="1967746"/>
          </a:xfrm>
          <a:custGeom>
            <a:avLst/>
            <a:gdLst>
              <a:gd name="csX0" fmla="*/ 299346 w 3315835"/>
              <a:gd name="csY0" fmla="*/ 654548 h 1967746"/>
              <a:gd name="csX1" fmla="*/ 431595 w 3315835"/>
              <a:gd name="csY1" fmla="*/ 314611 h 1967746"/>
              <a:gd name="csX2" fmla="*/ 1074959 w 3315835"/>
              <a:gd name="csY2" fmla="*/ 236949 h 1967746"/>
              <a:gd name="csX3" fmla="*/ 1723620 w 3315835"/>
              <a:gd name="csY3" fmla="*/ 156326 h 1967746"/>
              <a:gd name="csX4" fmla="*/ 1976375 w 3315835"/>
              <a:gd name="csY4" fmla="*/ 9109 h 1967746"/>
              <a:gd name="csX5" fmla="*/ 2289845 w 3315835"/>
              <a:gd name="csY5" fmla="*/ 113008 h 1967746"/>
              <a:gd name="csX6" fmla="*/ 2721978 w 3315835"/>
              <a:gd name="csY6" fmla="*/ 31429 h 1967746"/>
              <a:gd name="csX7" fmla="*/ 2941114 w 3315835"/>
              <a:gd name="csY7" fmla="*/ 253984 h 1967746"/>
              <a:gd name="csX8" fmla="*/ 3222346 w 3315835"/>
              <a:gd name="csY8" fmla="*/ 469981 h 1967746"/>
              <a:gd name="csX9" fmla="*/ 3209758 w 3315835"/>
              <a:gd name="csY9" fmla="*/ 704197 h 1967746"/>
              <a:gd name="csX10" fmla="*/ 3301711 w 3315835"/>
              <a:gd name="csY10" fmla="*/ 1062309 h 1967746"/>
              <a:gd name="csX11" fmla="*/ 2870960 w 3315835"/>
              <a:gd name="csY11" fmla="*/ 1375782 h 1967746"/>
              <a:gd name="csX12" fmla="*/ 2716758 w 3315835"/>
              <a:gd name="csY12" fmla="*/ 1644388 h 1967746"/>
              <a:gd name="csX13" fmla="*/ 2191751 w 3315835"/>
              <a:gd name="csY13" fmla="*/ 1676911 h 1967746"/>
              <a:gd name="csX14" fmla="*/ 1816570 w 3315835"/>
              <a:gd name="csY14" fmla="*/ 1963464 h 1967746"/>
              <a:gd name="csX15" fmla="*/ 1264929 w 3315835"/>
              <a:gd name="csY15" fmla="*/ 1788553 h 1967746"/>
              <a:gd name="csX16" fmla="*/ 445488 w 3315835"/>
              <a:gd name="csY16" fmla="*/ 1615738 h 1967746"/>
              <a:gd name="csX17" fmla="*/ 85198 w 3315835"/>
              <a:gd name="csY17" fmla="*/ 1423427 h 1967746"/>
              <a:gd name="csX18" fmla="*/ 162184 w 3315835"/>
              <a:gd name="csY18" fmla="*/ 1163839 h 1967746"/>
              <a:gd name="csX19" fmla="*/ -384 w 3315835"/>
              <a:gd name="csY19" fmla="*/ 897510 h 1967746"/>
              <a:gd name="csX20" fmla="*/ 296506 w 3315835"/>
              <a:gd name="csY20" fmla="*/ 660789 h 1967746"/>
              <a:gd name="csX21" fmla="*/ 299346 w 3315835"/>
              <a:gd name="csY21" fmla="*/ 654548 h 1967746"/>
              <a:gd name="csX0" fmla="*/ 360213 w 3315835"/>
              <a:gd name="csY0" fmla="*/ 1192353 h 1967746"/>
              <a:gd name="csX1" fmla="*/ 165791 w 3315835"/>
              <a:gd name="csY1" fmla="*/ 1156050 h 1967746"/>
              <a:gd name="csX2" fmla="*/ 531761 w 3315835"/>
              <a:gd name="csY2" fmla="*/ 1589638 h 1967746"/>
              <a:gd name="csX3" fmla="*/ 446716 w 3315835"/>
              <a:gd name="csY3" fmla="*/ 1606992 h 1967746"/>
              <a:gd name="csX4" fmla="*/ 1264776 w 3315835"/>
              <a:gd name="csY4" fmla="*/ 1780536 h 1967746"/>
              <a:gd name="csX5" fmla="*/ 1213503 w 3315835"/>
              <a:gd name="csY5" fmla="*/ 1701280 h 1967746"/>
              <a:gd name="csX6" fmla="*/ 2212629 w 3315835"/>
              <a:gd name="csY6" fmla="*/ 1582896 h 1967746"/>
              <a:gd name="csX7" fmla="*/ 2192135 w 3315835"/>
              <a:gd name="csY7" fmla="*/ 1669851 h 1967746"/>
              <a:gd name="csX8" fmla="*/ 2619586 w 3315835"/>
              <a:gd name="csY8" fmla="*/ 1045547 h 1967746"/>
              <a:gd name="csX9" fmla="*/ 2869118 w 3315835"/>
              <a:gd name="csY9" fmla="*/ 1370589 h 1967746"/>
              <a:gd name="csX10" fmla="*/ 3208223 w 3315835"/>
              <a:gd name="csY10" fmla="*/ 699369 h 1967746"/>
              <a:gd name="csX11" fmla="*/ 3097081 w 3315835"/>
              <a:gd name="csY11" fmla="*/ 821260 h 1967746"/>
              <a:gd name="csX12" fmla="*/ 2941575 w 3315835"/>
              <a:gd name="csY12" fmla="*/ 247152 h 1967746"/>
              <a:gd name="csX13" fmla="*/ 2947408 w 3315835"/>
              <a:gd name="csY13" fmla="*/ 304727 h 1967746"/>
              <a:gd name="csX14" fmla="*/ 2231894 w 3315835"/>
              <a:gd name="csY14" fmla="*/ 180012 h 1967746"/>
              <a:gd name="csX15" fmla="*/ 2288847 w 3315835"/>
              <a:gd name="csY15" fmla="*/ 106586 h 1967746"/>
              <a:gd name="csX16" fmla="*/ 1699442 w 3315835"/>
              <a:gd name="csY16" fmla="*/ 214994 h 1967746"/>
              <a:gd name="csX17" fmla="*/ 1726997 w 3315835"/>
              <a:gd name="csY17" fmla="*/ 151680 h 1967746"/>
              <a:gd name="csX18" fmla="*/ 1074576 w 3315835"/>
              <a:gd name="csY18" fmla="*/ 236493 h 1967746"/>
              <a:gd name="csX19" fmla="*/ 1174358 w 3315835"/>
              <a:gd name="csY19" fmla="*/ 297894 h 1967746"/>
              <a:gd name="csX20" fmla="*/ 316769 w 3315835"/>
              <a:gd name="csY20" fmla="*/ 719183 h 1967746"/>
              <a:gd name="csX21" fmla="*/ 299346 w 3315835"/>
              <a:gd name="csY21" fmla="*/ 654548 h 19677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315835" h="1967746" fill="none" extrusionOk="0">
                <a:moveTo>
                  <a:pt x="299346" y="654548"/>
                </a:moveTo>
                <a:cubicBezTo>
                  <a:pt x="273359" y="532263"/>
                  <a:pt x="333462" y="407908"/>
                  <a:pt x="431595" y="314611"/>
                </a:cubicBezTo>
                <a:cubicBezTo>
                  <a:pt x="584055" y="173335"/>
                  <a:pt x="882440" y="110640"/>
                  <a:pt x="1074959" y="236949"/>
                </a:cubicBezTo>
                <a:cubicBezTo>
                  <a:pt x="1237938" y="94559"/>
                  <a:pt x="1561667" y="61836"/>
                  <a:pt x="1723620" y="156326"/>
                </a:cubicBezTo>
                <a:cubicBezTo>
                  <a:pt x="1776366" y="73479"/>
                  <a:pt x="1869157" y="19200"/>
                  <a:pt x="1976375" y="9109"/>
                </a:cubicBezTo>
                <a:cubicBezTo>
                  <a:pt x="2093918" y="-29477"/>
                  <a:pt x="2213773" y="43340"/>
                  <a:pt x="2289845" y="113008"/>
                </a:cubicBezTo>
                <a:cubicBezTo>
                  <a:pt x="2394847" y="39067"/>
                  <a:pt x="2546518" y="-25093"/>
                  <a:pt x="2721978" y="31429"/>
                </a:cubicBezTo>
                <a:cubicBezTo>
                  <a:pt x="2861221" y="74326"/>
                  <a:pt x="2914486" y="153030"/>
                  <a:pt x="2941114" y="253984"/>
                </a:cubicBezTo>
                <a:cubicBezTo>
                  <a:pt x="3069256" y="298156"/>
                  <a:pt x="3174680" y="362476"/>
                  <a:pt x="3222346" y="469981"/>
                </a:cubicBezTo>
                <a:cubicBezTo>
                  <a:pt x="3257526" y="539509"/>
                  <a:pt x="3254665" y="606445"/>
                  <a:pt x="3209758" y="704197"/>
                </a:cubicBezTo>
                <a:cubicBezTo>
                  <a:pt x="3313745" y="813026"/>
                  <a:pt x="3335049" y="943081"/>
                  <a:pt x="3301711" y="1062309"/>
                </a:cubicBezTo>
                <a:cubicBezTo>
                  <a:pt x="3273534" y="1208115"/>
                  <a:pt x="3119283" y="1398404"/>
                  <a:pt x="2870960" y="1375782"/>
                </a:cubicBezTo>
                <a:cubicBezTo>
                  <a:pt x="2874932" y="1479626"/>
                  <a:pt x="2812535" y="1565121"/>
                  <a:pt x="2716758" y="1644388"/>
                </a:cubicBezTo>
                <a:cubicBezTo>
                  <a:pt x="2525378" y="1746906"/>
                  <a:pt x="2332742" y="1718796"/>
                  <a:pt x="2191751" y="1676911"/>
                </a:cubicBezTo>
                <a:cubicBezTo>
                  <a:pt x="2125545" y="1819605"/>
                  <a:pt x="1977954" y="1973989"/>
                  <a:pt x="1816570" y="1963464"/>
                </a:cubicBezTo>
                <a:cubicBezTo>
                  <a:pt x="1618901" y="1981514"/>
                  <a:pt x="1428729" y="1936917"/>
                  <a:pt x="1264929" y="1788553"/>
                </a:cubicBezTo>
                <a:cubicBezTo>
                  <a:pt x="972385" y="1949035"/>
                  <a:pt x="611168" y="1856423"/>
                  <a:pt x="445488" y="1615738"/>
                </a:cubicBezTo>
                <a:cubicBezTo>
                  <a:pt x="290816" y="1649197"/>
                  <a:pt x="121683" y="1523438"/>
                  <a:pt x="85198" y="1423427"/>
                </a:cubicBezTo>
                <a:cubicBezTo>
                  <a:pt x="65514" y="1306796"/>
                  <a:pt x="74398" y="1232679"/>
                  <a:pt x="162184" y="1163839"/>
                </a:cubicBezTo>
                <a:cubicBezTo>
                  <a:pt x="20168" y="1104257"/>
                  <a:pt x="-35485" y="1002230"/>
                  <a:pt x="-384" y="897510"/>
                </a:cubicBezTo>
                <a:cubicBezTo>
                  <a:pt x="53363" y="781559"/>
                  <a:pt x="183519" y="660508"/>
                  <a:pt x="296506" y="660789"/>
                </a:cubicBezTo>
                <a:cubicBezTo>
                  <a:pt x="297367" y="658539"/>
                  <a:pt x="298863" y="656635"/>
                  <a:pt x="299346" y="654548"/>
                </a:cubicBezTo>
                <a:close/>
              </a:path>
              <a:path w="3315835" h="1967746" fill="none" extrusionOk="0">
                <a:moveTo>
                  <a:pt x="360213" y="1192353"/>
                </a:moveTo>
                <a:cubicBezTo>
                  <a:pt x="296777" y="1196977"/>
                  <a:pt x="217173" y="1187615"/>
                  <a:pt x="165791" y="1156050"/>
                </a:cubicBezTo>
                <a:moveTo>
                  <a:pt x="531761" y="1589638"/>
                </a:moveTo>
                <a:cubicBezTo>
                  <a:pt x="502974" y="1601052"/>
                  <a:pt x="479294" y="1604706"/>
                  <a:pt x="446716" y="1606992"/>
                </a:cubicBezTo>
                <a:moveTo>
                  <a:pt x="1264776" y="1780536"/>
                </a:moveTo>
                <a:cubicBezTo>
                  <a:pt x="1240316" y="1763347"/>
                  <a:pt x="1229755" y="1731944"/>
                  <a:pt x="1213503" y="1701280"/>
                </a:cubicBezTo>
                <a:moveTo>
                  <a:pt x="2212629" y="1582896"/>
                </a:moveTo>
                <a:cubicBezTo>
                  <a:pt x="2208335" y="1610960"/>
                  <a:pt x="2204607" y="1647027"/>
                  <a:pt x="2192135" y="1669851"/>
                </a:cubicBezTo>
                <a:moveTo>
                  <a:pt x="2619586" y="1045547"/>
                </a:moveTo>
                <a:cubicBezTo>
                  <a:pt x="2812145" y="1114678"/>
                  <a:pt x="2862617" y="1222011"/>
                  <a:pt x="2869118" y="1370589"/>
                </a:cubicBezTo>
                <a:moveTo>
                  <a:pt x="3208223" y="699369"/>
                </a:moveTo>
                <a:cubicBezTo>
                  <a:pt x="3185329" y="742633"/>
                  <a:pt x="3156990" y="792705"/>
                  <a:pt x="3097081" y="821260"/>
                </a:cubicBezTo>
                <a:moveTo>
                  <a:pt x="2941575" y="247152"/>
                </a:moveTo>
                <a:cubicBezTo>
                  <a:pt x="2945372" y="263073"/>
                  <a:pt x="2950031" y="286527"/>
                  <a:pt x="2947408" y="304727"/>
                </a:cubicBezTo>
                <a:moveTo>
                  <a:pt x="2231894" y="180012"/>
                </a:moveTo>
                <a:cubicBezTo>
                  <a:pt x="2247227" y="150887"/>
                  <a:pt x="2267629" y="128632"/>
                  <a:pt x="2288847" y="106586"/>
                </a:cubicBezTo>
                <a:moveTo>
                  <a:pt x="1699442" y="214994"/>
                </a:moveTo>
                <a:cubicBezTo>
                  <a:pt x="1708016" y="190453"/>
                  <a:pt x="1714184" y="166200"/>
                  <a:pt x="1726997" y="151680"/>
                </a:cubicBezTo>
                <a:moveTo>
                  <a:pt x="1074576" y="236493"/>
                </a:moveTo>
                <a:cubicBezTo>
                  <a:pt x="1110125" y="253153"/>
                  <a:pt x="1144606" y="277592"/>
                  <a:pt x="1174358" y="297894"/>
                </a:cubicBezTo>
                <a:moveTo>
                  <a:pt x="316769" y="719183"/>
                </a:moveTo>
                <a:cubicBezTo>
                  <a:pt x="306485" y="695407"/>
                  <a:pt x="302345" y="678804"/>
                  <a:pt x="299346" y="654548"/>
                </a:cubicBezTo>
              </a:path>
              <a:path w="3315835" h="1967746" stroke="0" extrusionOk="0">
                <a:moveTo>
                  <a:pt x="299346" y="654548"/>
                </a:moveTo>
                <a:cubicBezTo>
                  <a:pt x="276405" y="532842"/>
                  <a:pt x="313846" y="394982"/>
                  <a:pt x="431595" y="314611"/>
                </a:cubicBezTo>
                <a:cubicBezTo>
                  <a:pt x="612215" y="185723"/>
                  <a:pt x="883600" y="200020"/>
                  <a:pt x="1074959" y="236949"/>
                </a:cubicBezTo>
                <a:cubicBezTo>
                  <a:pt x="1234621" y="4082"/>
                  <a:pt x="1571777" y="32911"/>
                  <a:pt x="1723620" y="156326"/>
                </a:cubicBezTo>
                <a:cubicBezTo>
                  <a:pt x="1759535" y="89986"/>
                  <a:pt x="1865493" y="31778"/>
                  <a:pt x="1976375" y="9109"/>
                </a:cubicBezTo>
                <a:cubicBezTo>
                  <a:pt x="2091509" y="-4779"/>
                  <a:pt x="2235962" y="60149"/>
                  <a:pt x="2289845" y="113008"/>
                </a:cubicBezTo>
                <a:cubicBezTo>
                  <a:pt x="2411778" y="31253"/>
                  <a:pt x="2590204" y="-15424"/>
                  <a:pt x="2721978" y="31429"/>
                </a:cubicBezTo>
                <a:cubicBezTo>
                  <a:pt x="2848567" y="50999"/>
                  <a:pt x="2927788" y="160336"/>
                  <a:pt x="2941114" y="253984"/>
                </a:cubicBezTo>
                <a:cubicBezTo>
                  <a:pt x="3079130" y="278757"/>
                  <a:pt x="3192022" y="349982"/>
                  <a:pt x="3222346" y="469981"/>
                </a:cubicBezTo>
                <a:cubicBezTo>
                  <a:pt x="3250305" y="545696"/>
                  <a:pt x="3251510" y="632260"/>
                  <a:pt x="3209758" y="704197"/>
                </a:cubicBezTo>
                <a:cubicBezTo>
                  <a:pt x="3332090" y="811384"/>
                  <a:pt x="3366007" y="928214"/>
                  <a:pt x="3301711" y="1062309"/>
                </a:cubicBezTo>
                <a:cubicBezTo>
                  <a:pt x="3202595" y="1255476"/>
                  <a:pt x="3080708" y="1342754"/>
                  <a:pt x="2870960" y="1375782"/>
                </a:cubicBezTo>
                <a:cubicBezTo>
                  <a:pt x="2883838" y="1487546"/>
                  <a:pt x="2830405" y="1568743"/>
                  <a:pt x="2716758" y="1644388"/>
                </a:cubicBezTo>
                <a:cubicBezTo>
                  <a:pt x="2602647" y="1729827"/>
                  <a:pt x="2315973" y="1727579"/>
                  <a:pt x="2191751" y="1676911"/>
                </a:cubicBezTo>
                <a:cubicBezTo>
                  <a:pt x="2155128" y="1803150"/>
                  <a:pt x="1985522" y="1913446"/>
                  <a:pt x="1816570" y="1963464"/>
                </a:cubicBezTo>
                <a:cubicBezTo>
                  <a:pt x="1608331" y="1980469"/>
                  <a:pt x="1418890" y="1891990"/>
                  <a:pt x="1264929" y="1788553"/>
                </a:cubicBezTo>
                <a:cubicBezTo>
                  <a:pt x="971470" y="1939804"/>
                  <a:pt x="675042" y="1848089"/>
                  <a:pt x="445488" y="1615738"/>
                </a:cubicBezTo>
                <a:cubicBezTo>
                  <a:pt x="260201" y="1643023"/>
                  <a:pt x="119877" y="1553454"/>
                  <a:pt x="85198" y="1423427"/>
                </a:cubicBezTo>
                <a:cubicBezTo>
                  <a:pt x="30334" y="1314168"/>
                  <a:pt x="77212" y="1219376"/>
                  <a:pt x="162184" y="1163839"/>
                </a:cubicBezTo>
                <a:cubicBezTo>
                  <a:pt x="38193" y="1124015"/>
                  <a:pt x="-20760" y="987446"/>
                  <a:pt x="-384" y="897510"/>
                </a:cubicBezTo>
                <a:cubicBezTo>
                  <a:pt x="-2756" y="751267"/>
                  <a:pt x="148618" y="718188"/>
                  <a:pt x="296506" y="660789"/>
                </a:cubicBezTo>
                <a:cubicBezTo>
                  <a:pt x="297355" y="658628"/>
                  <a:pt x="298487" y="656840"/>
                  <a:pt x="299346" y="654548"/>
                </a:cubicBezTo>
                <a:close/>
              </a:path>
              <a:path w="3315835" h="1967746" fill="none" stroke="0" extrusionOk="0">
                <a:moveTo>
                  <a:pt x="360213" y="1192353"/>
                </a:moveTo>
                <a:cubicBezTo>
                  <a:pt x="298933" y="1190857"/>
                  <a:pt x="212998" y="1176800"/>
                  <a:pt x="165791" y="1156050"/>
                </a:cubicBezTo>
                <a:moveTo>
                  <a:pt x="531761" y="1589638"/>
                </a:moveTo>
                <a:cubicBezTo>
                  <a:pt x="504428" y="1593612"/>
                  <a:pt x="474041" y="1603389"/>
                  <a:pt x="446716" y="1606992"/>
                </a:cubicBezTo>
                <a:moveTo>
                  <a:pt x="1264776" y="1780536"/>
                </a:moveTo>
                <a:cubicBezTo>
                  <a:pt x="1251420" y="1752992"/>
                  <a:pt x="1224847" y="1728669"/>
                  <a:pt x="1213503" y="1701280"/>
                </a:cubicBezTo>
                <a:moveTo>
                  <a:pt x="2212629" y="1582896"/>
                </a:moveTo>
                <a:cubicBezTo>
                  <a:pt x="2207552" y="1611165"/>
                  <a:pt x="2203558" y="1646147"/>
                  <a:pt x="2192135" y="1669851"/>
                </a:cubicBezTo>
                <a:moveTo>
                  <a:pt x="2619586" y="1045547"/>
                </a:moveTo>
                <a:cubicBezTo>
                  <a:pt x="2791377" y="1122075"/>
                  <a:pt x="2866636" y="1241804"/>
                  <a:pt x="2869118" y="1370589"/>
                </a:cubicBezTo>
                <a:moveTo>
                  <a:pt x="3208223" y="699369"/>
                </a:moveTo>
                <a:cubicBezTo>
                  <a:pt x="3195956" y="742177"/>
                  <a:pt x="3141512" y="779128"/>
                  <a:pt x="3097081" y="821260"/>
                </a:cubicBezTo>
                <a:moveTo>
                  <a:pt x="2941575" y="247152"/>
                </a:moveTo>
                <a:cubicBezTo>
                  <a:pt x="2948936" y="261916"/>
                  <a:pt x="2947742" y="283235"/>
                  <a:pt x="2947408" y="304727"/>
                </a:cubicBezTo>
                <a:moveTo>
                  <a:pt x="2231894" y="180012"/>
                </a:moveTo>
                <a:cubicBezTo>
                  <a:pt x="2239573" y="155586"/>
                  <a:pt x="2265569" y="127912"/>
                  <a:pt x="2288847" y="106586"/>
                </a:cubicBezTo>
                <a:moveTo>
                  <a:pt x="1699442" y="214994"/>
                </a:moveTo>
                <a:cubicBezTo>
                  <a:pt x="1706657" y="190459"/>
                  <a:pt x="1714818" y="171169"/>
                  <a:pt x="1726997" y="151680"/>
                </a:cubicBezTo>
                <a:moveTo>
                  <a:pt x="1074576" y="236493"/>
                </a:moveTo>
                <a:cubicBezTo>
                  <a:pt x="1102496" y="248216"/>
                  <a:pt x="1143118" y="280632"/>
                  <a:pt x="1174358" y="297894"/>
                </a:cubicBezTo>
                <a:moveTo>
                  <a:pt x="316769" y="719183"/>
                </a:moveTo>
                <a:cubicBezTo>
                  <a:pt x="307158" y="697842"/>
                  <a:pt x="300349" y="672149"/>
                  <a:pt x="299346" y="654548"/>
                </a:cubicBezTo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82142188">
                  <a:prstGeom prst="cloud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Buttons have enough padding to make sure that users with disabilities</a:t>
            </a:r>
            <a:r>
              <a:rPr lang="en-GB" sz="1300">
                <a:solidFill>
                  <a:srgbClr val="25589B"/>
                </a:solidFill>
                <a:latin typeface="Segoe UI"/>
                <a:cs typeface="Segoe UI"/>
              </a:rPr>
              <a:t> that could make it difficult to tap smaller areas</a:t>
            </a:r>
            <a:r>
              <a:rPr lang="en-GB" sz="1300" noProof="0">
                <a:solidFill>
                  <a:srgbClr val="25589B"/>
                </a:solidFill>
                <a:latin typeface="Segoe UI"/>
                <a:cs typeface="Segoe UI"/>
              </a:rPr>
              <a:t> can easily click buttons.</a:t>
            </a:r>
          </a:p>
        </p:txBody>
      </p:sp>
      <p:sp>
        <p:nvSpPr>
          <p:cNvPr id="24" name="arrow">
            <a:extLst>
              <a:ext uri="{FF2B5EF4-FFF2-40B4-BE49-F238E27FC236}">
                <a16:creationId xmlns:a16="http://schemas.microsoft.com/office/drawing/2014/main" id="{B828DC9C-E9EA-6A88-9273-3D18B5A70B12}"/>
              </a:ext>
            </a:extLst>
          </p:cNvPr>
          <p:cNvSpPr/>
          <p:nvPr/>
        </p:nvSpPr>
        <p:spPr>
          <a:xfrm rot="857981">
            <a:off x="2352637" y="3248336"/>
            <a:ext cx="1394694" cy="2334832"/>
          </a:xfrm>
          <a:custGeom>
            <a:avLst/>
            <a:gdLst/>
            <a:ahLst/>
            <a:cxnLst/>
            <a:rect l="l" t="t" r="r" b="b"/>
            <a:pathLst>
              <a:path w="3566160" h="4114800">
                <a:moveTo>
                  <a:pt x="0" y="0"/>
                </a:moveTo>
                <a:lnTo>
                  <a:pt x="3566160" y="0"/>
                </a:lnTo>
                <a:lnTo>
                  <a:pt x="35661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effectLst>
            <a:outerShdw blurRad="76200" dist="50800" dir="5400000" algn="ctr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noProof="0"/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4AA4A6EB-AEC7-DC67-2610-5288990079F9}"/>
              </a:ext>
            </a:extLst>
          </p:cNvPr>
          <p:cNvSpPr txBox="1"/>
          <p:nvPr/>
        </p:nvSpPr>
        <p:spPr>
          <a:xfrm>
            <a:off x="285174" y="2524123"/>
            <a:ext cx="2773723" cy="1767007"/>
          </a:xfrm>
          <a:custGeom>
            <a:avLst/>
            <a:gdLst>
              <a:gd name="csX0" fmla="*/ 0 w 2773723"/>
              <a:gd name="csY0" fmla="*/ 490415 h 1767007"/>
              <a:gd name="csX1" fmla="*/ 490415 w 2773723"/>
              <a:gd name="csY1" fmla="*/ 0 h 1767007"/>
              <a:gd name="csX2" fmla="*/ 1123904 w 2773723"/>
              <a:gd name="csY2" fmla="*/ 0 h 1767007"/>
              <a:gd name="csX3" fmla="*/ 1739464 w 2773723"/>
              <a:gd name="csY3" fmla="*/ 0 h 1767007"/>
              <a:gd name="csX4" fmla="*/ 2283308 w 2773723"/>
              <a:gd name="csY4" fmla="*/ 0 h 1767007"/>
              <a:gd name="csX5" fmla="*/ 2773723 w 2773723"/>
              <a:gd name="csY5" fmla="*/ 490415 h 1767007"/>
              <a:gd name="csX6" fmla="*/ 2773723 w 2773723"/>
              <a:gd name="csY6" fmla="*/ 867780 h 1767007"/>
              <a:gd name="csX7" fmla="*/ 2773723 w 2773723"/>
              <a:gd name="csY7" fmla="*/ 1276592 h 1767007"/>
              <a:gd name="csX8" fmla="*/ 2283308 w 2773723"/>
              <a:gd name="csY8" fmla="*/ 1767007 h 1767007"/>
              <a:gd name="csX9" fmla="*/ 1685677 w 2773723"/>
              <a:gd name="csY9" fmla="*/ 1767007 h 1767007"/>
              <a:gd name="csX10" fmla="*/ 1088046 w 2773723"/>
              <a:gd name="csY10" fmla="*/ 1767007 h 1767007"/>
              <a:gd name="csX11" fmla="*/ 490415 w 2773723"/>
              <a:gd name="csY11" fmla="*/ 1767007 h 1767007"/>
              <a:gd name="csX12" fmla="*/ 0 w 2773723"/>
              <a:gd name="csY12" fmla="*/ 1276592 h 1767007"/>
              <a:gd name="csX13" fmla="*/ 0 w 2773723"/>
              <a:gd name="csY13" fmla="*/ 891365 h 1767007"/>
              <a:gd name="csX14" fmla="*/ 0 w 2773723"/>
              <a:gd name="csY14" fmla="*/ 490415 h 1767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773723" h="1767007" fill="none" extrusionOk="0">
                <a:moveTo>
                  <a:pt x="0" y="490415"/>
                </a:moveTo>
                <a:cubicBezTo>
                  <a:pt x="-2671" y="174492"/>
                  <a:pt x="214155" y="15678"/>
                  <a:pt x="490415" y="0"/>
                </a:cubicBezTo>
                <a:cubicBezTo>
                  <a:pt x="695295" y="-3737"/>
                  <a:pt x="871401" y="-5464"/>
                  <a:pt x="1123904" y="0"/>
                </a:cubicBezTo>
                <a:cubicBezTo>
                  <a:pt x="1376407" y="5464"/>
                  <a:pt x="1605475" y="-24022"/>
                  <a:pt x="1739464" y="0"/>
                </a:cubicBezTo>
                <a:cubicBezTo>
                  <a:pt x="1873453" y="24022"/>
                  <a:pt x="2106209" y="20587"/>
                  <a:pt x="2283308" y="0"/>
                </a:cubicBezTo>
                <a:cubicBezTo>
                  <a:pt x="2523962" y="24672"/>
                  <a:pt x="2790004" y="227928"/>
                  <a:pt x="2773723" y="490415"/>
                </a:cubicBezTo>
                <a:cubicBezTo>
                  <a:pt x="2762428" y="673768"/>
                  <a:pt x="2790065" y="779646"/>
                  <a:pt x="2773723" y="867780"/>
                </a:cubicBezTo>
                <a:cubicBezTo>
                  <a:pt x="2757381" y="955915"/>
                  <a:pt x="2782726" y="1160167"/>
                  <a:pt x="2773723" y="1276592"/>
                </a:cubicBezTo>
                <a:cubicBezTo>
                  <a:pt x="2838617" y="1537043"/>
                  <a:pt x="2568382" y="1815255"/>
                  <a:pt x="2283308" y="1767007"/>
                </a:cubicBezTo>
                <a:cubicBezTo>
                  <a:pt x="1993503" y="1741862"/>
                  <a:pt x="1910899" y="1764979"/>
                  <a:pt x="1685677" y="1767007"/>
                </a:cubicBezTo>
                <a:cubicBezTo>
                  <a:pt x="1460455" y="1769035"/>
                  <a:pt x="1380745" y="1772485"/>
                  <a:pt x="1088046" y="1767007"/>
                </a:cubicBezTo>
                <a:cubicBezTo>
                  <a:pt x="795347" y="1761529"/>
                  <a:pt x="743062" y="1747314"/>
                  <a:pt x="490415" y="1767007"/>
                </a:cubicBezTo>
                <a:cubicBezTo>
                  <a:pt x="172584" y="1740341"/>
                  <a:pt x="12909" y="1602954"/>
                  <a:pt x="0" y="1276592"/>
                </a:cubicBezTo>
                <a:cubicBezTo>
                  <a:pt x="16748" y="1088463"/>
                  <a:pt x="-7299" y="1077533"/>
                  <a:pt x="0" y="891365"/>
                </a:cubicBezTo>
                <a:cubicBezTo>
                  <a:pt x="7299" y="705197"/>
                  <a:pt x="-5124" y="613594"/>
                  <a:pt x="0" y="490415"/>
                </a:cubicBezTo>
                <a:close/>
              </a:path>
              <a:path w="2773723" h="1767007" stroke="0" extrusionOk="0">
                <a:moveTo>
                  <a:pt x="0" y="490415"/>
                </a:moveTo>
                <a:cubicBezTo>
                  <a:pt x="-6621" y="266754"/>
                  <a:pt x="181886" y="-9076"/>
                  <a:pt x="490415" y="0"/>
                </a:cubicBezTo>
                <a:cubicBezTo>
                  <a:pt x="681597" y="-14490"/>
                  <a:pt x="790973" y="-11376"/>
                  <a:pt x="1088046" y="0"/>
                </a:cubicBezTo>
                <a:cubicBezTo>
                  <a:pt x="1385119" y="11376"/>
                  <a:pt x="1453251" y="28335"/>
                  <a:pt x="1721535" y="0"/>
                </a:cubicBezTo>
                <a:cubicBezTo>
                  <a:pt x="1989819" y="-28335"/>
                  <a:pt x="2098670" y="7378"/>
                  <a:pt x="2283308" y="0"/>
                </a:cubicBezTo>
                <a:cubicBezTo>
                  <a:pt x="2555476" y="47508"/>
                  <a:pt x="2784458" y="226942"/>
                  <a:pt x="2773723" y="490415"/>
                </a:cubicBezTo>
                <a:cubicBezTo>
                  <a:pt x="2765244" y="660180"/>
                  <a:pt x="2759846" y="774931"/>
                  <a:pt x="2773723" y="883504"/>
                </a:cubicBezTo>
                <a:cubicBezTo>
                  <a:pt x="2787600" y="992077"/>
                  <a:pt x="2782354" y="1107772"/>
                  <a:pt x="2773723" y="1276592"/>
                </a:cubicBezTo>
                <a:cubicBezTo>
                  <a:pt x="2830096" y="1560033"/>
                  <a:pt x="2583004" y="1781676"/>
                  <a:pt x="2283308" y="1767007"/>
                </a:cubicBezTo>
                <a:cubicBezTo>
                  <a:pt x="2100143" y="1794555"/>
                  <a:pt x="1839053" y="1764544"/>
                  <a:pt x="1667748" y="1767007"/>
                </a:cubicBezTo>
                <a:cubicBezTo>
                  <a:pt x="1496443" y="1769470"/>
                  <a:pt x="1278676" y="1792328"/>
                  <a:pt x="1070117" y="1767007"/>
                </a:cubicBezTo>
                <a:cubicBezTo>
                  <a:pt x="861558" y="1741686"/>
                  <a:pt x="653053" y="1795166"/>
                  <a:pt x="490415" y="1767007"/>
                </a:cubicBezTo>
                <a:cubicBezTo>
                  <a:pt x="194099" y="1778711"/>
                  <a:pt x="-46523" y="1589577"/>
                  <a:pt x="0" y="1276592"/>
                </a:cubicBezTo>
                <a:cubicBezTo>
                  <a:pt x="2673" y="1159595"/>
                  <a:pt x="12619" y="1056655"/>
                  <a:pt x="0" y="883504"/>
                </a:cubicBezTo>
                <a:cubicBezTo>
                  <a:pt x="-12619" y="710353"/>
                  <a:pt x="-14171" y="630363"/>
                  <a:pt x="0" y="490415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12948827">
                  <a:prstGeom prst="roundRect">
                    <a:avLst>
                      <a:gd name="adj" fmla="val 27754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300">
                <a:solidFill>
                  <a:srgbClr val="25589B"/>
                </a:solidFill>
                <a:latin typeface="Segoe UI"/>
                <a:cs typeface="Segoe UI"/>
              </a:rPr>
              <a:t>Contrasting Colours: In order to ensure that important features are highlighted, we’ve used brighter, more descriptive colours to have them stand out (in this case, red for the log out button).</a:t>
            </a:r>
            <a:endParaRPr lang="en-GB" sz="1300" noProof="0">
              <a:solidFill>
                <a:srgbClr val="25589B"/>
              </a:solidFill>
              <a:latin typeface="Segoe UI"/>
              <a:cs typeface="Segoe U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72C54B-3661-0235-2DE7-5ABB5B051B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208" y="3067047"/>
            <a:ext cx="2289444" cy="166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58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B3B94-2F10-62E2-E8D7-54028215D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9AFA8D-0DAF-A8DD-5EE3-EB349BBE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675" y="2460048"/>
            <a:ext cx="4412673" cy="2544041"/>
          </a:xfrm>
          <a:prstGeom prst="rect">
            <a:avLst/>
          </a:prstGeom>
        </p:spPr>
      </p:pic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0155FCA7-27BF-1421-8525-051546B68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C67CC133-5315-1420-414A-3DFA9AD8C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9406" y="3360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FA4C7B3B-8C52-993A-D704-F8AF4FBD1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251" y="10493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AD7F76C6-24E4-778D-52FB-D8240D2B5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22E2B5B-510A-CEF8-F7A0-28AE4FA4B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520" y="331017"/>
            <a:ext cx="8425731" cy="1325563"/>
          </a:xfrm>
        </p:spPr>
        <p:txBody>
          <a:bodyPr/>
          <a:lstStyle/>
          <a:p>
            <a:pPr algn="ctr"/>
            <a:r>
              <a:rPr lang="en-GB" noProof="0"/>
              <a:t>Figma Features Used</a:t>
            </a:r>
          </a:p>
        </p:txBody>
      </p:sp>
      <p:pic>
        <p:nvPicPr>
          <p:cNvPr id="3" name="Picture 2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7448D7B8-1B4A-F57A-4176-43A5CA917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94" y="1233487"/>
            <a:ext cx="583408" cy="426245"/>
          </a:xfrm>
          <a:prstGeom prst="rect">
            <a:avLst/>
          </a:prstGeom>
        </p:spPr>
      </p:pic>
      <p:pic>
        <p:nvPicPr>
          <p:cNvPr id="4" name="Picture 3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081A6BE9-F5CA-ED0E-AC4D-58298BC8DE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0036968" y="328612"/>
            <a:ext cx="535780" cy="750095"/>
          </a:xfrm>
          <a:prstGeom prst="rect">
            <a:avLst/>
          </a:prstGeom>
        </p:spPr>
      </p:pic>
      <p:pic>
        <p:nvPicPr>
          <p:cNvPr id="5" name="Picture 4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91861C9B-AF1D-8EA7-C05C-0BBBF8D14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3281" y="1233487"/>
            <a:ext cx="583408" cy="426245"/>
          </a:xfrm>
          <a:prstGeom prst="rect">
            <a:avLst/>
          </a:prstGeom>
        </p:spPr>
      </p:pic>
      <p:pic>
        <p:nvPicPr>
          <p:cNvPr id="6" name="Picture 5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47706735-78A6-856A-3475-08C9F5E04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93" y="6138862"/>
            <a:ext cx="583408" cy="426245"/>
          </a:xfrm>
          <a:prstGeom prst="rect">
            <a:avLst/>
          </a:prstGeom>
        </p:spPr>
      </p:pic>
      <p:pic>
        <p:nvPicPr>
          <p:cNvPr id="7" name="Picture 6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D27BBBF6-4C3C-8BB2-C337-6C6D3FE94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3281" y="6138862"/>
            <a:ext cx="583408" cy="426245"/>
          </a:xfrm>
          <a:prstGeom prst="rect">
            <a:avLst/>
          </a:prstGeom>
        </p:spPr>
      </p:pic>
      <p:pic>
        <p:nvPicPr>
          <p:cNvPr id="18" name="Picture 17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7232FA84-6806-6D2E-A7EC-049733499C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0048875" y="5293516"/>
            <a:ext cx="511968" cy="726282"/>
          </a:xfrm>
          <a:prstGeom prst="rect">
            <a:avLst/>
          </a:prstGeom>
        </p:spPr>
      </p:pic>
      <p:pic>
        <p:nvPicPr>
          <p:cNvPr id="19" name="Picture 18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E38F79C1-1BC4-D93B-F736-355691E10E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5906" y="328613"/>
            <a:ext cx="464344" cy="666749"/>
          </a:xfrm>
          <a:prstGeom prst="rect">
            <a:avLst/>
          </a:prstGeom>
        </p:spPr>
      </p:pic>
      <p:pic>
        <p:nvPicPr>
          <p:cNvPr id="24" name="Picture 23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49A87BDA-3D57-2055-223C-41E436B169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8281" y="5138737"/>
            <a:ext cx="511971" cy="726282"/>
          </a:xfrm>
          <a:prstGeom prst="rect">
            <a:avLst/>
          </a:prstGeom>
        </p:spPr>
      </p:pic>
      <p:pic>
        <p:nvPicPr>
          <p:cNvPr id="11" name="Content Placeholder 1">
            <a:extLst>
              <a:ext uri="{FF2B5EF4-FFF2-40B4-BE49-F238E27FC236}">
                <a16:creationId xmlns:a16="http://schemas.microsoft.com/office/drawing/2014/main" id="{7E9958E2-B4D7-5A63-BF75-D11DE80DE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098" y="369145"/>
            <a:ext cx="802004" cy="144000"/>
          </a:xfrm>
          <a:prstGeom prst="rect">
            <a:avLst/>
          </a:prstGeom>
        </p:spPr>
      </p:pic>
      <p:pic>
        <p:nvPicPr>
          <p:cNvPr id="12" name="Content Placeholder 1">
            <a:extLst>
              <a:ext uri="{FF2B5EF4-FFF2-40B4-BE49-F238E27FC236}">
                <a16:creationId xmlns:a16="http://schemas.microsoft.com/office/drawing/2014/main" id="{ABBC4254-76CC-3B79-9AF2-A2EE26D4DE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098" y="5251253"/>
            <a:ext cx="802004" cy="144000"/>
          </a:xfrm>
          <a:prstGeom prst="rect">
            <a:avLst/>
          </a:prstGeom>
        </p:spPr>
      </p:pic>
      <p:pic>
        <p:nvPicPr>
          <p:cNvPr id="14" name="Content Placeholder 1">
            <a:extLst>
              <a:ext uri="{FF2B5EF4-FFF2-40B4-BE49-F238E27FC236}">
                <a16:creationId xmlns:a16="http://schemas.microsoft.com/office/drawing/2014/main" id="{226313CC-1C47-A21B-81EF-6F772197C1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5832" y="5251253"/>
            <a:ext cx="802004" cy="144000"/>
          </a:xfrm>
          <a:prstGeom prst="rect">
            <a:avLst/>
          </a:prstGeom>
        </p:spPr>
      </p:pic>
      <p:pic>
        <p:nvPicPr>
          <p:cNvPr id="25" name="Content Placeholder 1">
            <a:extLst>
              <a:ext uri="{FF2B5EF4-FFF2-40B4-BE49-F238E27FC236}">
                <a16:creationId xmlns:a16="http://schemas.microsoft.com/office/drawing/2014/main" id="{26E25821-6356-9864-BBB0-F267EC3B1B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5832" y="369145"/>
            <a:ext cx="802004" cy="144000"/>
          </a:xfrm>
          <a:prstGeom prst="rect">
            <a:avLst/>
          </a:prstGeom>
        </p:spPr>
      </p:pic>
      <p:pic>
        <p:nvPicPr>
          <p:cNvPr id="9" name="Picture 8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0F804AC7-3E2F-D1A9-987C-24FE5A2F0F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800000" flipH="1">
            <a:off x="8109239" y="2318472"/>
            <a:ext cx="1402772" cy="1632239"/>
          </a:xfrm>
          <a:prstGeom prst="rect">
            <a:avLst/>
          </a:prstGeom>
        </p:spPr>
      </p:pic>
      <p:pic>
        <p:nvPicPr>
          <p:cNvPr id="13" name="Picture 12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4EFDC678-409E-765D-FC29-88F1B0F66E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00000" flipH="1" flipV="1">
            <a:off x="8195829" y="3625994"/>
            <a:ext cx="1402772" cy="1632239"/>
          </a:xfrm>
          <a:prstGeom prst="rect">
            <a:avLst/>
          </a:prstGeom>
        </p:spPr>
      </p:pic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ACAA5F7F-8A22-2FB8-C750-1FB902B1482D}"/>
              </a:ext>
            </a:extLst>
          </p:cNvPr>
          <p:cNvSpPr txBox="1">
            <a:spLocks/>
          </p:cNvSpPr>
          <p:nvPr/>
        </p:nvSpPr>
        <p:spPr>
          <a:xfrm>
            <a:off x="9346467" y="2661723"/>
            <a:ext cx="2138167" cy="1532334"/>
          </a:xfrm>
          <a:custGeom>
            <a:avLst/>
            <a:gdLst>
              <a:gd name="csX0" fmla="*/ 0 w 2138167"/>
              <a:gd name="csY0" fmla="*/ 255394 h 1532334"/>
              <a:gd name="csX1" fmla="*/ 255394 w 2138167"/>
              <a:gd name="csY1" fmla="*/ 0 h 1532334"/>
              <a:gd name="csX2" fmla="*/ 749032 w 2138167"/>
              <a:gd name="csY2" fmla="*/ 0 h 1532334"/>
              <a:gd name="csX3" fmla="*/ 1242671 w 2138167"/>
              <a:gd name="csY3" fmla="*/ 0 h 1532334"/>
              <a:gd name="csX4" fmla="*/ 1882773 w 2138167"/>
              <a:gd name="csY4" fmla="*/ 0 h 1532334"/>
              <a:gd name="csX5" fmla="*/ 2138167 w 2138167"/>
              <a:gd name="csY5" fmla="*/ 255394 h 1532334"/>
              <a:gd name="csX6" fmla="*/ 2138167 w 2138167"/>
              <a:gd name="csY6" fmla="*/ 786598 h 1532334"/>
              <a:gd name="csX7" fmla="*/ 2138167 w 2138167"/>
              <a:gd name="csY7" fmla="*/ 1276940 h 1532334"/>
              <a:gd name="csX8" fmla="*/ 1882773 w 2138167"/>
              <a:gd name="csY8" fmla="*/ 1532334 h 1532334"/>
              <a:gd name="csX9" fmla="*/ 1356587 w 2138167"/>
              <a:gd name="csY9" fmla="*/ 1532334 h 1532334"/>
              <a:gd name="csX10" fmla="*/ 846675 w 2138167"/>
              <a:gd name="csY10" fmla="*/ 1532334 h 1532334"/>
              <a:gd name="csX11" fmla="*/ 255394 w 2138167"/>
              <a:gd name="csY11" fmla="*/ 1532334 h 1532334"/>
              <a:gd name="csX12" fmla="*/ 0 w 2138167"/>
              <a:gd name="csY12" fmla="*/ 1276940 h 1532334"/>
              <a:gd name="csX13" fmla="*/ 0 w 2138167"/>
              <a:gd name="csY13" fmla="*/ 766167 h 1532334"/>
              <a:gd name="csX14" fmla="*/ 0 w 2138167"/>
              <a:gd name="csY14" fmla="*/ 255394 h 1532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138167" h="1532334" fill="none" extrusionOk="0">
                <a:moveTo>
                  <a:pt x="0" y="255394"/>
                </a:moveTo>
                <a:cubicBezTo>
                  <a:pt x="12490" y="128797"/>
                  <a:pt x="145190" y="7917"/>
                  <a:pt x="255394" y="0"/>
                </a:cubicBezTo>
                <a:cubicBezTo>
                  <a:pt x="462822" y="-9668"/>
                  <a:pt x="630327" y="-15007"/>
                  <a:pt x="749032" y="0"/>
                </a:cubicBezTo>
                <a:cubicBezTo>
                  <a:pt x="867737" y="15007"/>
                  <a:pt x="1050902" y="-18407"/>
                  <a:pt x="1242671" y="0"/>
                </a:cubicBezTo>
                <a:cubicBezTo>
                  <a:pt x="1434440" y="18407"/>
                  <a:pt x="1588309" y="-6396"/>
                  <a:pt x="1882773" y="0"/>
                </a:cubicBezTo>
                <a:cubicBezTo>
                  <a:pt x="2017021" y="-13656"/>
                  <a:pt x="2131257" y="108895"/>
                  <a:pt x="2138167" y="255394"/>
                </a:cubicBezTo>
                <a:cubicBezTo>
                  <a:pt x="2139304" y="480994"/>
                  <a:pt x="2136485" y="570278"/>
                  <a:pt x="2138167" y="786598"/>
                </a:cubicBezTo>
                <a:cubicBezTo>
                  <a:pt x="2139849" y="1002918"/>
                  <a:pt x="2126655" y="1127681"/>
                  <a:pt x="2138167" y="1276940"/>
                </a:cubicBezTo>
                <a:cubicBezTo>
                  <a:pt x="2107529" y="1417951"/>
                  <a:pt x="2032739" y="1519786"/>
                  <a:pt x="1882773" y="1532334"/>
                </a:cubicBezTo>
                <a:cubicBezTo>
                  <a:pt x="1679401" y="1541867"/>
                  <a:pt x="1501404" y="1523497"/>
                  <a:pt x="1356587" y="1532334"/>
                </a:cubicBezTo>
                <a:cubicBezTo>
                  <a:pt x="1211770" y="1541171"/>
                  <a:pt x="1089050" y="1524961"/>
                  <a:pt x="846675" y="1532334"/>
                </a:cubicBezTo>
                <a:cubicBezTo>
                  <a:pt x="604300" y="1539707"/>
                  <a:pt x="470761" y="1524854"/>
                  <a:pt x="255394" y="1532334"/>
                </a:cubicBezTo>
                <a:cubicBezTo>
                  <a:pt x="107199" y="1537540"/>
                  <a:pt x="-11963" y="1403903"/>
                  <a:pt x="0" y="1276940"/>
                </a:cubicBezTo>
                <a:cubicBezTo>
                  <a:pt x="-23771" y="1149005"/>
                  <a:pt x="13672" y="872884"/>
                  <a:pt x="0" y="766167"/>
                </a:cubicBezTo>
                <a:cubicBezTo>
                  <a:pt x="-13672" y="659450"/>
                  <a:pt x="1511" y="476030"/>
                  <a:pt x="0" y="255394"/>
                </a:cubicBezTo>
                <a:close/>
              </a:path>
              <a:path w="2138167" h="1532334" stroke="0" extrusionOk="0">
                <a:moveTo>
                  <a:pt x="0" y="255394"/>
                </a:moveTo>
                <a:cubicBezTo>
                  <a:pt x="-27655" y="118182"/>
                  <a:pt x="118028" y="-3219"/>
                  <a:pt x="255394" y="0"/>
                </a:cubicBezTo>
                <a:cubicBezTo>
                  <a:pt x="412321" y="-27189"/>
                  <a:pt x="635280" y="-8604"/>
                  <a:pt x="814127" y="0"/>
                </a:cubicBezTo>
                <a:cubicBezTo>
                  <a:pt x="992974" y="8604"/>
                  <a:pt x="1142396" y="-17161"/>
                  <a:pt x="1324040" y="0"/>
                </a:cubicBezTo>
                <a:cubicBezTo>
                  <a:pt x="1505684" y="17161"/>
                  <a:pt x="1636128" y="-24128"/>
                  <a:pt x="1882773" y="0"/>
                </a:cubicBezTo>
                <a:cubicBezTo>
                  <a:pt x="1999336" y="6803"/>
                  <a:pt x="2145999" y="107483"/>
                  <a:pt x="2138167" y="255394"/>
                </a:cubicBezTo>
                <a:cubicBezTo>
                  <a:pt x="2160483" y="374123"/>
                  <a:pt x="2153978" y="638433"/>
                  <a:pt x="2138167" y="776382"/>
                </a:cubicBezTo>
                <a:cubicBezTo>
                  <a:pt x="2122356" y="914331"/>
                  <a:pt x="2150478" y="1093121"/>
                  <a:pt x="2138167" y="1276940"/>
                </a:cubicBezTo>
                <a:cubicBezTo>
                  <a:pt x="2118301" y="1440334"/>
                  <a:pt x="2033156" y="1524726"/>
                  <a:pt x="1882773" y="1532334"/>
                </a:cubicBezTo>
                <a:cubicBezTo>
                  <a:pt x="1629713" y="1531657"/>
                  <a:pt x="1518425" y="1543022"/>
                  <a:pt x="1372861" y="1532334"/>
                </a:cubicBezTo>
                <a:cubicBezTo>
                  <a:pt x="1227297" y="1521646"/>
                  <a:pt x="1001250" y="1524090"/>
                  <a:pt x="797854" y="1532334"/>
                </a:cubicBezTo>
                <a:cubicBezTo>
                  <a:pt x="594458" y="1540578"/>
                  <a:pt x="408955" y="1529672"/>
                  <a:pt x="255394" y="1532334"/>
                </a:cubicBezTo>
                <a:cubicBezTo>
                  <a:pt x="106153" y="1556199"/>
                  <a:pt x="-11560" y="1411327"/>
                  <a:pt x="0" y="1276940"/>
                </a:cubicBezTo>
                <a:cubicBezTo>
                  <a:pt x="-9094" y="1132854"/>
                  <a:pt x="3160" y="930788"/>
                  <a:pt x="0" y="796813"/>
                </a:cubicBezTo>
                <a:cubicBezTo>
                  <a:pt x="-3160" y="662838"/>
                  <a:pt x="22468" y="452479"/>
                  <a:pt x="0" y="255394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85432476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137160" tIns="137160" rIns="13716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>
                <a:solidFill>
                  <a:srgbClr val="25589B"/>
                </a:solidFill>
                <a:latin typeface="Segoe UI"/>
                <a:cs typeface="Segoe UI"/>
              </a:rPr>
              <a:t>Used variants of buttons to create on-click animations (colour changes)</a:t>
            </a:r>
            <a:endParaRPr lang="en-US" sz="1600">
              <a:latin typeface="Segoe UI"/>
              <a:cs typeface="Segoe UI"/>
            </a:endParaRPr>
          </a:p>
        </p:txBody>
      </p:sp>
      <p:pic>
        <p:nvPicPr>
          <p:cNvPr id="2" name="Picture 1" descr="A white arrow pointing up&#10;&#10;AI-generated content may be incorrect.">
            <a:extLst>
              <a:ext uri="{FF2B5EF4-FFF2-40B4-BE49-F238E27FC236}">
                <a16:creationId xmlns:a16="http://schemas.microsoft.com/office/drawing/2014/main" id="{CAB8A744-6045-9BE9-D56B-5EB0C05687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640000" flipV="1">
            <a:off x="2913350" y="1521834"/>
            <a:ext cx="1542184" cy="1770785"/>
          </a:xfrm>
          <a:prstGeom prst="rect">
            <a:avLst/>
          </a:prstGeom>
        </p:spPr>
      </p:pic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F1CEE4F9-6FCA-6CC9-479D-381FC715D935}"/>
              </a:ext>
            </a:extLst>
          </p:cNvPr>
          <p:cNvSpPr txBox="1">
            <a:spLocks/>
          </p:cNvSpPr>
          <p:nvPr/>
        </p:nvSpPr>
        <p:spPr>
          <a:xfrm>
            <a:off x="1137363" y="2662061"/>
            <a:ext cx="2335454" cy="1532334"/>
          </a:xfrm>
          <a:custGeom>
            <a:avLst/>
            <a:gdLst>
              <a:gd name="csX0" fmla="*/ 0 w 2335454"/>
              <a:gd name="csY0" fmla="*/ 255394 h 1532334"/>
              <a:gd name="csX1" fmla="*/ 255394 w 2335454"/>
              <a:gd name="csY1" fmla="*/ 0 h 1532334"/>
              <a:gd name="csX2" fmla="*/ 808876 w 2335454"/>
              <a:gd name="csY2" fmla="*/ 0 h 1532334"/>
              <a:gd name="csX3" fmla="*/ 1362358 w 2335454"/>
              <a:gd name="csY3" fmla="*/ 0 h 1532334"/>
              <a:gd name="csX4" fmla="*/ 2080060 w 2335454"/>
              <a:gd name="csY4" fmla="*/ 0 h 1532334"/>
              <a:gd name="csX5" fmla="*/ 2335454 w 2335454"/>
              <a:gd name="csY5" fmla="*/ 255394 h 1532334"/>
              <a:gd name="csX6" fmla="*/ 2335454 w 2335454"/>
              <a:gd name="csY6" fmla="*/ 786598 h 1532334"/>
              <a:gd name="csX7" fmla="*/ 2335454 w 2335454"/>
              <a:gd name="csY7" fmla="*/ 1276940 h 1532334"/>
              <a:gd name="csX8" fmla="*/ 2080060 w 2335454"/>
              <a:gd name="csY8" fmla="*/ 1532334 h 1532334"/>
              <a:gd name="csX9" fmla="*/ 1490085 w 2335454"/>
              <a:gd name="csY9" fmla="*/ 1532334 h 1532334"/>
              <a:gd name="csX10" fmla="*/ 918356 w 2335454"/>
              <a:gd name="csY10" fmla="*/ 1532334 h 1532334"/>
              <a:gd name="csX11" fmla="*/ 255394 w 2335454"/>
              <a:gd name="csY11" fmla="*/ 1532334 h 1532334"/>
              <a:gd name="csX12" fmla="*/ 0 w 2335454"/>
              <a:gd name="csY12" fmla="*/ 1276940 h 1532334"/>
              <a:gd name="csX13" fmla="*/ 0 w 2335454"/>
              <a:gd name="csY13" fmla="*/ 766167 h 1532334"/>
              <a:gd name="csX14" fmla="*/ 0 w 2335454"/>
              <a:gd name="csY14" fmla="*/ 255394 h 1532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335454" h="1532334" fill="none" extrusionOk="0">
                <a:moveTo>
                  <a:pt x="0" y="255394"/>
                </a:moveTo>
                <a:cubicBezTo>
                  <a:pt x="12490" y="128797"/>
                  <a:pt x="145190" y="7917"/>
                  <a:pt x="255394" y="0"/>
                </a:cubicBezTo>
                <a:cubicBezTo>
                  <a:pt x="511581" y="6076"/>
                  <a:pt x="593818" y="21022"/>
                  <a:pt x="808876" y="0"/>
                </a:cubicBezTo>
                <a:cubicBezTo>
                  <a:pt x="1023934" y="-21022"/>
                  <a:pt x="1213283" y="2065"/>
                  <a:pt x="1362358" y="0"/>
                </a:cubicBezTo>
                <a:cubicBezTo>
                  <a:pt x="1511433" y="-2065"/>
                  <a:pt x="1805149" y="-19741"/>
                  <a:pt x="2080060" y="0"/>
                </a:cubicBezTo>
                <a:cubicBezTo>
                  <a:pt x="2214308" y="-13656"/>
                  <a:pt x="2328544" y="108895"/>
                  <a:pt x="2335454" y="255394"/>
                </a:cubicBezTo>
                <a:cubicBezTo>
                  <a:pt x="2336591" y="480994"/>
                  <a:pt x="2333772" y="570278"/>
                  <a:pt x="2335454" y="786598"/>
                </a:cubicBezTo>
                <a:cubicBezTo>
                  <a:pt x="2337136" y="1002918"/>
                  <a:pt x="2323942" y="1127681"/>
                  <a:pt x="2335454" y="1276940"/>
                </a:cubicBezTo>
                <a:cubicBezTo>
                  <a:pt x="2304816" y="1417951"/>
                  <a:pt x="2230026" y="1519786"/>
                  <a:pt x="2080060" y="1532334"/>
                </a:cubicBezTo>
                <a:cubicBezTo>
                  <a:pt x="1817672" y="1546561"/>
                  <a:pt x="1681647" y="1553992"/>
                  <a:pt x="1490085" y="1532334"/>
                </a:cubicBezTo>
                <a:cubicBezTo>
                  <a:pt x="1298523" y="1510676"/>
                  <a:pt x="1056352" y="1524840"/>
                  <a:pt x="918356" y="1532334"/>
                </a:cubicBezTo>
                <a:cubicBezTo>
                  <a:pt x="780360" y="1539828"/>
                  <a:pt x="492320" y="1534594"/>
                  <a:pt x="255394" y="1532334"/>
                </a:cubicBezTo>
                <a:cubicBezTo>
                  <a:pt x="107199" y="1537540"/>
                  <a:pt x="-11963" y="1403903"/>
                  <a:pt x="0" y="1276940"/>
                </a:cubicBezTo>
                <a:cubicBezTo>
                  <a:pt x="-23771" y="1149005"/>
                  <a:pt x="13672" y="872884"/>
                  <a:pt x="0" y="766167"/>
                </a:cubicBezTo>
                <a:cubicBezTo>
                  <a:pt x="-13672" y="659450"/>
                  <a:pt x="1511" y="476030"/>
                  <a:pt x="0" y="255394"/>
                </a:cubicBezTo>
                <a:close/>
              </a:path>
              <a:path w="2335454" h="1532334" stroke="0" extrusionOk="0">
                <a:moveTo>
                  <a:pt x="0" y="255394"/>
                </a:moveTo>
                <a:cubicBezTo>
                  <a:pt x="-27655" y="118182"/>
                  <a:pt x="118028" y="-3219"/>
                  <a:pt x="255394" y="0"/>
                </a:cubicBezTo>
                <a:cubicBezTo>
                  <a:pt x="396879" y="-9804"/>
                  <a:pt x="744316" y="-24988"/>
                  <a:pt x="881863" y="0"/>
                </a:cubicBezTo>
                <a:cubicBezTo>
                  <a:pt x="1019410" y="24988"/>
                  <a:pt x="1322478" y="13061"/>
                  <a:pt x="1453591" y="0"/>
                </a:cubicBezTo>
                <a:cubicBezTo>
                  <a:pt x="1584704" y="-13061"/>
                  <a:pt x="1923135" y="12126"/>
                  <a:pt x="2080060" y="0"/>
                </a:cubicBezTo>
                <a:cubicBezTo>
                  <a:pt x="2196623" y="6803"/>
                  <a:pt x="2343286" y="107483"/>
                  <a:pt x="2335454" y="255394"/>
                </a:cubicBezTo>
                <a:cubicBezTo>
                  <a:pt x="2357770" y="374123"/>
                  <a:pt x="2351265" y="638433"/>
                  <a:pt x="2335454" y="776382"/>
                </a:cubicBezTo>
                <a:cubicBezTo>
                  <a:pt x="2319643" y="914331"/>
                  <a:pt x="2347765" y="1093121"/>
                  <a:pt x="2335454" y="1276940"/>
                </a:cubicBezTo>
                <a:cubicBezTo>
                  <a:pt x="2315588" y="1440334"/>
                  <a:pt x="2230443" y="1524726"/>
                  <a:pt x="2080060" y="1532334"/>
                </a:cubicBezTo>
                <a:cubicBezTo>
                  <a:pt x="1947605" y="1513401"/>
                  <a:pt x="1693469" y="1554803"/>
                  <a:pt x="1508331" y="1532334"/>
                </a:cubicBezTo>
                <a:cubicBezTo>
                  <a:pt x="1323193" y="1509865"/>
                  <a:pt x="1069795" y="1513499"/>
                  <a:pt x="863616" y="1532334"/>
                </a:cubicBezTo>
                <a:cubicBezTo>
                  <a:pt x="657437" y="1551169"/>
                  <a:pt x="416886" y="1547314"/>
                  <a:pt x="255394" y="1532334"/>
                </a:cubicBezTo>
                <a:cubicBezTo>
                  <a:pt x="106153" y="1556199"/>
                  <a:pt x="-11560" y="1411327"/>
                  <a:pt x="0" y="1276940"/>
                </a:cubicBezTo>
                <a:cubicBezTo>
                  <a:pt x="-9094" y="1132854"/>
                  <a:pt x="3160" y="930788"/>
                  <a:pt x="0" y="796813"/>
                </a:cubicBezTo>
                <a:cubicBezTo>
                  <a:pt x="-3160" y="662838"/>
                  <a:pt x="22468" y="452479"/>
                  <a:pt x="0" y="255394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85432476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137160" tIns="137160" rIns="13716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>
                <a:solidFill>
                  <a:srgbClr val="25589B"/>
                </a:solidFill>
              </a:rPr>
              <a:t>Assets were used to save time spent looking through different pages for unique assets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28929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C120D-EC3D-7ABD-A9DE-7492944B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2998AA09-5FB5-63E6-04B4-BF80383F8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8407B43D-944C-1AD8-9EE6-7A46D2997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06" y="3360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B19EF234-11CD-AE2C-FFEA-A4DD8CA28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251" y="10493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37EB4054-8E4F-E451-4DB5-0F7E9317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ED715D4-E3B1-17B0-8897-6A27BAC3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520" y="331017"/>
            <a:ext cx="8425731" cy="1325563"/>
          </a:xfrm>
        </p:spPr>
        <p:txBody>
          <a:bodyPr/>
          <a:lstStyle/>
          <a:p>
            <a:pPr algn="ctr"/>
            <a:r>
              <a:rPr lang="en-GB" noProof="0"/>
              <a:t>Figma Features Used</a:t>
            </a:r>
          </a:p>
        </p:txBody>
      </p:sp>
      <p:pic>
        <p:nvPicPr>
          <p:cNvPr id="3" name="Picture 2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891ACEBF-7392-4C4E-C276-FBDA6A967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94" y="1233487"/>
            <a:ext cx="583408" cy="426245"/>
          </a:xfrm>
          <a:prstGeom prst="rect">
            <a:avLst/>
          </a:prstGeom>
        </p:spPr>
      </p:pic>
      <p:pic>
        <p:nvPicPr>
          <p:cNvPr id="4" name="Picture 3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2AEF14D3-5B8E-98EE-9CDD-025B40EC6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036968" y="328612"/>
            <a:ext cx="535780" cy="750095"/>
          </a:xfrm>
          <a:prstGeom prst="rect">
            <a:avLst/>
          </a:prstGeom>
        </p:spPr>
      </p:pic>
      <p:pic>
        <p:nvPicPr>
          <p:cNvPr id="5" name="Picture 4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56AEC01D-030D-34B6-4E30-F228AD5A3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281" y="1233487"/>
            <a:ext cx="583408" cy="426245"/>
          </a:xfrm>
          <a:prstGeom prst="rect">
            <a:avLst/>
          </a:prstGeom>
        </p:spPr>
      </p:pic>
      <p:pic>
        <p:nvPicPr>
          <p:cNvPr id="6" name="Picture 5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45A6F1F2-8D42-E730-ED40-FA43998C8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93" y="6138862"/>
            <a:ext cx="583408" cy="426245"/>
          </a:xfrm>
          <a:prstGeom prst="rect">
            <a:avLst/>
          </a:prstGeom>
        </p:spPr>
      </p:pic>
      <p:pic>
        <p:nvPicPr>
          <p:cNvPr id="7" name="Picture 6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676E0DA9-0E1D-9232-ABDF-9985C03C3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281" y="6138862"/>
            <a:ext cx="583408" cy="426245"/>
          </a:xfrm>
          <a:prstGeom prst="rect">
            <a:avLst/>
          </a:prstGeom>
        </p:spPr>
      </p:pic>
      <p:pic>
        <p:nvPicPr>
          <p:cNvPr id="18" name="Picture 17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28BFB463-8C02-D206-1ADC-D3E922A68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048875" y="5293516"/>
            <a:ext cx="511968" cy="726282"/>
          </a:xfrm>
          <a:prstGeom prst="rect">
            <a:avLst/>
          </a:prstGeom>
        </p:spPr>
      </p:pic>
      <p:pic>
        <p:nvPicPr>
          <p:cNvPr id="19" name="Picture 18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B5EF1585-096E-1323-ADCA-BAE18FE43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906" y="328613"/>
            <a:ext cx="464344" cy="666749"/>
          </a:xfrm>
          <a:prstGeom prst="rect">
            <a:avLst/>
          </a:prstGeom>
        </p:spPr>
      </p:pic>
      <p:pic>
        <p:nvPicPr>
          <p:cNvPr id="24" name="Picture 23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1190FA84-4E87-CAAF-EF49-A52C87FE5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281" y="5138737"/>
            <a:ext cx="511971" cy="726282"/>
          </a:xfrm>
          <a:prstGeom prst="rect">
            <a:avLst/>
          </a:prstGeom>
        </p:spPr>
      </p:pic>
      <p:pic>
        <p:nvPicPr>
          <p:cNvPr id="11" name="Content Placeholder 1">
            <a:extLst>
              <a:ext uri="{FF2B5EF4-FFF2-40B4-BE49-F238E27FC236}">
                <a16:creationId xmlns:a16="http://schemas.microsoft.com/office/drawing/2014/main" id="{B1435ED7-F5DF-E985-6BF8-4C923BCC39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098" y="369145"/>
            <a:ext cx="802004" cy="144000"/>
          </a:xfrm>
          <a:prstGeom prst="rect">
            <a:avLst/>
          </a:prstGeom>
        </p:spPr>
      </p:pic>
      <p:pic>
        <p:nvPicPr>
          <p:cNvPr id="12" name="Content Placeholder 1">
            <a:extLst>
              <a:ext uri="{FF2B5EF4-FFF2-40B4-BE49-F238E27FC236}">
                <a16:creationId xmlns:a16="http://schemas.microsoft.com/office/drawing/2014/main" id="{1B4E5F79-1539-FCA2-1645-87F9AB33B8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098" y="5251253"/>
            <a:ext cx="802004" cy="144000"/>
          </a:xfrm>
          <a:prstGeom prst="rect">
            <a:avLst/>
          </a:prstGeom>
        </p:spPr>
      </p:pic>
      <p:pic>
        <p:nvPicPr>
          <p:cNvPr id="14" name="Content Placeholder 1">
            <a:extLst>
              <a:ext uri="{FF2B5EF4-FFF2-40B4-BE49-F238E27FC236}">
                <a16:creationId xmlns:a16="http://schemas.microsoft.com/office/drawing/2014/main" id="{77B31303-D5C5-E02D-72C7-284ED9B091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5832" y="5251253"/>
            <a:ext cx="802004" cy="144000"/>
          </a:xfrm>
          <a:prstGeom prst="rect">
            <a:avLst/>
          </a:prstGeom>
        </p:spPr>
      </p:pic>
      <p:pic>
        <p:nvPicPr>
          <p:cNvPr id="25" name="Content Placeholder 1">
            <a:extLst>
              <a:ext uri="{FF2B5EF4-FFF2-40B4-BE49-F238E27FC236}">
                <a16:creationId xmlns:a16="http://schemas.microsoft.com/office/drawing/2014/main" id="{CC2607FB-E7AD-560E-E55A-4A582A8ECE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5832" y="369145"/>
            <a:ext cx="802004" cy="144000"/>
          </a:xfrm>
          <a:prstGeom prst="rect">
            <a:avLst/>
          </a:prstGeom>
        </p:spPr>
      </p:pic>
      <p:pic>
        <p:nvPicPr>
          <p:cNvPr id="9" name="Picture 8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E1BCA0D2-DF63-45D6-ED80-7F3851CB08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 flipH="1">
            <a:off x="2786613" y="1374502"/>
            <a:ext cx="1402772" cy="1632239"/>
          </a:xfrm>
          <a:prstGeom prst="rect">
            <a:avLst/>
          </a:prstGeom>
        </p:spPr>
      </p:pic>
      <p:pic>
        <p:nvPicPr>
          <p:cNvPr id="13" name="Picture 12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6017A231-F8DD-D1CD-0F9D-E594CC5006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7820000" flipH="1" flipV="1">
            <a:off x="9048814" y="2181607"/>
            <a:ext cx="1402772" cy="1632239"/>
          </a:xfrm>
          <a:prstGeom prst="rect">
            <a:avLst/>
          </a:prstGeom>
        </p:spPr>
      </p:pic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1AAB6AB8-5ABE-5E6E-B628-A1D04F5239FD}"/>
              </a:ext>
            </a:extLst>
          </p:cNvPr>
          <p:cNvSpPr txBox="1">
            <a:spLocks/>
          </p:cNvSpPr>
          <p:nvPr/>
        </p:nvSpPr>
        <p:spPr>
          <a:xfrm>
            <a:off x="4763094" y="1444798"/>
            <a:ext cx="2138167" cy="2248031"/>
          </a:xfrm>
          <a:custGeom>
            <a:avLst/>
            <a:gdLst>
              <a:gd name="csX0" fmla="*/ 0 w 2138167"/>
              <a:gd name="csY0" fmla="*/ 356368 h 2248031"/>
              <a:gd name="csX1" fmla="*/ 356368 w 2138167"/>
              <a:gd name="csY1" fmla="*/ 0 h 2248031"/>
              <a:gd name="csX2" fmla="*/ 845766 w 2138167"/>
              <a:gd name="csY2" fmla="*/ 0 h 2248031"/>
              <a:gd name="csX3" fmla="*/ 1335164 w 2138167"/>
              <a:gd name="csY3" fmla="*/ 0 h 2248031"/>
              <a:gd name="csX4" fmla="*/ 1781799 w 2138167"/>
              <a:gd name="csY4" fmla="*/ 0 h 2248031"/>
              <a:gd name="csX5" fmla="*/ 2138167 w 2138167"/>
              <a:gd name="csY5" fmla="*/ 356368 h 2248031"/>
              <a:gd name="csX6" fmla="*/ 2138167 w 2138167"/>
              <a:gd name="csY6" fmla="*/ 883486 h 2248031"/>
              <a:gd name="csX7" fmla="*/ 2138167 w 2138167"/>
              <a:gd name="csY7" fmla="*/ 1410604 h 2248031"/>
              <a:gd name="csX8" fmla="*/ 2138167 w 2138167"/>
              <a:gd name="csY8" fmla="*/ 1891663 h 2248031"/>
              <a:gd name="csX9" fmla="*/ 1781799 w 2138167"/>
              <a:gd name="csY9" fmla="*/ 2248031 h 2248031"/>
              <a:gd name="csX10" fmla="*/ 1306655 w 2138167"/>
              <a:gd name="csY10" fmla="*/ 2248031 h 2248031"/>
              <a:gd name="csX11" fmla="*/ 817257 w 2138167"/>
              <a:gd name="csY11" fmla="*/ 2248031 h 2248031"/>
              <a:gd name="csX12" fmla="*/ 356368 w 2138167"/>
              <a:gd name="csY12" fmla="*/ 2248031 h 2248031"/>
              <a:gd name="csX13" fmla="*/ 0 w 2138167"/>
              <a:gd name="csY13" fmla="*/ 1891663 h 2248031"/>
              <a:gd name="csX14" fmla="*/ 0 w 2138167"/>
              <a:gd name="csY14" fmla="*/ 1379898 h 2248031"/>
              <a:gd name="csX15" fmla="*/ 0 w 2138167"/>
              <a:gd name="csY15" fmla="*/ 883486 h 2248031"/>
              <a:gd name="csX16" fmla="*/ 0 w 2138167"/>
              <a:gd name="csY16" fmla="*/ 356368 h 22480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138167" h="2248031" fill="none" extrusionOk="0">
                <a:moveTo>
                  <a:pt x="0" y="356368"/>
                </a:moveTo>
                <a:cubicBezTo>
                  <a:pt x="-8624" y="158093"/>
                  <a:pt x="198521" y="29294"/>
                  <a:pt x="356368" y="0"/>
                </a:cubicBezTo>
                <a:cubicBezTo>
                  <a:pt x="479763" y="-13963"/>
                  <a:pt x="736707" y="2500"/>
                  <a:pt x="845766" y="0"/>
                </a:cubicBezTo>
                <a:cubicBezTo>
                  <a:pt x="954825" y="-2500"/>
                  <a:pt x="1160126" y="-16493"/>
                  <a:pt x="1335164" y="0"/>
                </a:cubicBezTo>
                <a:cubicBezTo>
                  <a:pt x="1510202" y="16493"/>
                  <a:pt x="1666776" y="14840"/>
                  <a:pt x="1781799" y="0"/>
                </a:cubicBezTo>
                <a:cubicBezTo>
                  <a:pt x="1945346" y="10982"/>
                  <a:pt x="2107587" y="185028"/>
                  <a:pt x="2138167" y="356368"/>
                </a:cubicBezTo>
                <a:cubicBezTo>
                  <a:pt x="2132579" y="499107"/>
                  <a:pt x="2141793" y="647611"/>
                  <a:pt x="2138167" y="883486"/>
                </a:cubicBezTo>
                <a:cubicBezTo>
                  <a:pt x="2134541" y="1119361"/>
                  <a:pt x="2149420" y="1164479"/>
                  <a:pt x="2138167" y="1410604"/>
                </a:cubicBezTo>
                <a:cubicBezTo>
                  <a:pt x="2126914" y="1656729"/>
                  <a:pt x="2127119" y="1674426"/>
                  <a:pt x="2138167" y="1891663"/>
                </a:cubicBezTo>
                <a:cubicBezTo>
                  <a:pt x="2126153" y="2057055"/>
                  <a:pt x="1970994" y="2268577"/>
                  <a:pt x="1781799" y="2248031"/>
                </a:cubicBezTo>
                <a:cubicBezTo>
                  <a:pt x="1594660" y="2267191"/>
                  <a:pt x="1516397" y="2261557"/>
                  <a:pt x="1306655" y="2248031"/>
                </a:cubicBezTo>
                <a:cubicBezTo>
                  <a:pt x="1096913" y="2234505"/>
                  <a:pt x="934720" y="2259244"/>
                  <a:pt x="817257" y="2248031"/>
                </a:cubicBezTo>
                <a:cubicBezTo>
                  <a:pt x="699794" y="2236818"/>
                  <a:pt x="556730" y="2239104"/>
                  <a:pt x="356368" y="2248031"/>
                </a:cubicBezTo>
                <a:cubicBezTo>
                  <a:pt x="185927" y="2250775"/>
                  <a:pt x="-15325" y="2084396"/>
                  <a:pt x="0" y="1891663"/>
                </a:cubicBezTo>
                <a:cubicBezTo>
                  <a:pt x="22843" y="1661153"/>
                  <a:pt x="7999" y="1585505"/>
                  <a:pt x="0" y="1379898"/>
                </a:cubicBezTo>
                <a:cubicBezTo>
                  <a:pt x="-7999" y="1174291"/>
                  <a:pt x="9899" y="1116839"/>
                  <a:pt x="0" y="883486"/>
                </a:cubicBezTo>
                <a:cubicBezTo>
                  <a:pt x="-9899" y="650133"/>
                  <a:pt x="9791" y="463881"/>
                  <a:pt x="0" y="356368"/>
                </a:cubicBezTo>
                <a:close/>
              </a:path>
              <a:path w="2138167" h="2248031" stroke="0" extrusionOk="0">
                <a:moveTo>
                  <a:pt x="0" y="356368"/>
                </a:moveTo>
                <a:cubicBezTo>
                  <a:pt x="-23681" y="162837"/>
                  <a:pt x="166309" y="-5904"/>
                  <a:pt x="356368" y="0"/>
                </a:cubicBezTo>
                <a:cubicBezTo>
                  <a:pt x="531294" y="10272"/>
                  <a:pt x="605394" y="-21311"/>
                  <a:pt x="845766" y="0"/>
                </a:cubicBezTo>
                <a:cubicBezTo>
                  <a:pt x="1086138" y="21311"/>
                  <a:pt x="1132224" y="-7393"/>
                  <a:pt x="1292401" y="0"/>
                </a:cubicBezTo>
                <a:cubicBezTo>
                  <a:pt x="1452578" y="7393"/>
                  <a:pt x="1631487" y="-6681"/>
                  <a:pt x="1781799" y="0"/>
                </a:cubicBezTo>
                <a:cubicBezTo>
                  <a:pt x="1933681" y="12484"/>
                  <a:pt x="2171809" y="130078"/>
                  <a:pt x="2138167" y="356368"/>
                </a:cubicBezTo>
                <a:cubicBezTo>
                  <a:pt x="2119362" y="613271"/>
                  <a:pt x="2132205" y="744707"/>
                  <a:pt x="2138167" y="883486"/>
                </a:cubicBezTo>
                <a:cubicBezTo>
                  <a:pt x="2144129" y="1022265"/>
                  <a:pt x="2159095" y="1136899"/>
                  <a:pt x="2138167" y="1364545"/>
                </a:cubicBezTo>
                <a:cubicBezTo>
                  <a:pt x="2117239" y="1592191"/>
                  <a:pt x="2162225" y="1780215"/>
                  <a:pt x="2138167" y="1891663"/>
                </a:cubicBezTo>
                <a:cubicBezTo>
                  <a:pt x="2118113" y="2119118"/>
                  <a:pt x="1972175" y="2242978"/>
                  <a:pt x="1781799" y="2248031"/>
                </a:cubicBezTo>
                <a:cubicBezTo>
                  <a:pt x="1595096" y="2248469"/>
                  <a:pt x="1481904" y="2246964"/>
                  <a:pt x="1349418" y="2248031"/>
                </a:cubicBezTo>
                <a:cubicBezTo>
                  <a:pt x="1216932" y="2249098"/>
                  <a:pt x="1125215" y="2242843"/>
                  <a:pt x="917038" y="2248031"/>
                </a:cubicBezTo>
                <a:cubicBezTo>
                  <a:pt x="708861" y="2253219"/>
                  <a:pt x="533533" y="2226619"/>
                  <a:pt x="356368" y="2248031"/>
                </a:cubicBezTo>
                <a:cubicBezTo>
                  <a:pt x="174166" y="2248124"/>
                  <a:pt x="13757" y="2090480"/>
                  <a:pt x="0" y="1891663"/>
                </a:cubicBezTo>
                <a:cubicBezTo>
                  <a:pt x="-18143" y="1687525"/>
                  <a:pt x="-2251" y="1549859"/>
                  <a:pt x="0" y="1425957"/>
                </a:cubicBezTo>
                <a:cubicBezTo>
                  <a:pt x="2251" y="1302055"/>
                  <a:pt x="601" y="1181990"/>
                  <a:pt x="0" y="960251"/>
                </a:cubicBezTo>
                <a:cubicBezTo>
                  <a:pt x="-601" y="738512"/>
                  <a:pt x="-19344" y="529252"/>
                  <a:pt x="0" y="356368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85432476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137160" tIns="137160" rIns="13716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>
                <a:solidFill>
                  <a:srgbClr val="25589B"/>
                </a:solidFill>
                <a:latin typeface="Segoe UI"/>
                <a:cs typeface="Segoe UI"/>
              </a:rPr>
              <a:t>Interactions use different triggers and actions, with some changing variables to dynamically change pages and some overlays.</a:t>
            </a:r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0C6B68-D65E-67BE-2919-891A1A6A69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0421" y="3429992"/>
            <a:ext cx="3094774" cy="1431029"/>
          </a:xfrm>
          <a:prstGeom prst="rect">
            <a:avLst/>
          </a:prstGeom>
        </p:spPr>
      </p:pic>
      <p:pic>
        <p:nvPicPr>
          <p:cNvPr id="26" name="Picture 2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5B3D3933-ACE7-2194-FD63-F46E84FA16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9971" y="3002508"/>
            <a:ext cx="2020506" cy="375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259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24BEC-077E-A77E-6ABA-E01969C8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95937D8D-9866-21AF-F351-8257CE29E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36D2AB8B-6DFE-C379-AC6F-CC4E6D782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06" y="3360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EE5FDE4C-94DA-94FF-E2A2-22B647678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251" y="10493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116D3AD0-732D-CFCD-9F55-B1A81C034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1C48797-E971-43C2-ECD4-76E4D9A0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520" y="331017"/>
            <a:ext cx="8425731" cy="1325563"/>
          </a:xfrm>
        </p:spPr>
        <p:txBody>
          <a:bodyPr/>
          <a:lstStyle/>
          <a:p>
            <a:pPr algn="ctr"/>
            <a:r>
              <a:rPr lang="en-GB" noProof="0"/>
              <a:t>Figma Features Used</a:t>
            </a:r>
          </a:p>
        </p:txBody>
      </p:sp>
      <p:pic>
        <p:nvPicPr>
          <p:cNvPr id="3" name="Picture 2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00509EB8-5C6C-AAD9-F62F-6F78FF798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94" y="1233487"/>
            <a:ext cx="583408" cy="426245"/>
          </a:xfrm>
          <a:prstGeom prst="rect">
            <a:avLst/>
          </a:prstGeom>
        </p:spPr>
      </p:pic>
      <p:pic>
        <p:nvPicPr>
          <p:cNvPr id="4" name="Picture 3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44FFBF74-7E9E-3231-209B-DF032E071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036968" y="328612"/>
            <a:ext cx="535780" cy="750095"/>
          </a:xfrm>
          <a:prstGeom prst="rect">
            <a:avLst/>
          </a:prstGeom>
        </p:spPr>
      </p:pic>
      <p:pic>
        <p:nvPicPr>
          <p:cNvPr id="5" name="Picture 4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01738B17-3369-3CB6-FF0C-D95620FBA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281" y="1233487"/>
            <a:ext cx="583408" cy="426245"/>
          </a:xfrm>
          <a:prstGeom prst="rect">
            <a:avLst/>
          </a:prstGeom>
        </p:spPr>
      </p:pic>
      <p:pic>
        <p:nvPicPr>
          <p:cNvPr id="6" name="Picture 5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D7B46666-62B2-2ED0-D99C-12864CCB7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93" y="6138862"/>
            <a:ext cx="583408" cy="426245"/>
          </a:xfrm>
          <a:prstGeom prst="rect">
            <a:avLst/>
          </a:prstGeom>
        </p:spPr>
      </p:pic>
      <p:pic>
        <p:nvPicPr>
          <p:cNvPr id="7" name="Picture 6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40CCA01B-3DA6-8772-2CB1-02ED64954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281" y="6138862"/>
            <a:ext cx="583408" cy="426245"/>
          </a:xfrm>
          <a:prstGeom prst="rect">
            <a:avLst/>
          </a:prstGeom>
        </p:spPr>
      </p:pic>
      <p:pic>
        <p:nvPicPr>
          <p:cNvPr id="18" name="Picture 17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C8A1A7AB-BFDE-5656-4922-FB63ADE81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048875" y="5293516"/>
            <a:ext cx="511968" cy="726282"/>
          </a:xfrm>
          <a:prstGeom prst="rect">
            <a:avLst/>
          </a:prstGeom>
        </p:spPr>
      </p:pic>
      <p:pic>
        <p:nvPicPr>
          <p:cNvPr id="19" name="Picture 18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64EFBE24-3768-7620-4CE9-537B42203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906" y="328613"/>
            <a:ext cx="464344" cy="666749"/>
          </a:xfrm>
          <a:prstGeom prst="rect">
            <a:avLst/>
          </a:prstGeom>
        </p:spPr>
      </p:pic>
      <p:pic>
        <p:nvPicPr>
          <p:cNvPr id="24" name="Picture 23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C76DC2D8-23ED-C6DA-BBC9-8689E30FA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281" y="5138737"/>
            <a:ext cx="511971" cy="726282"/>
          </a:xfrm>
          <a:prstGeom prst="rect">
            <a:avLst/>
          </a:prstGeom>
        </p:spPr>
      </p:pic>
      <p:pic>
        <p:nvPicPr>
          <p:cNvPr id="11" name="Content Placeholder 1">
            <a:extLst>
              <a:ext uri="{FF2B5EF4-FFF2-40B4-BE49-F238E27FC236}">
                <a16:creationId xmlns:a16="http://schemas.microsoft.com/office/drawing/2014/main" id="{35C4E914-693A-E0B1-8E7A-B401BD86F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098" y="369145"/>
            <a:ext cx="802004" cy="144000"/>
          </a:xfrm>
          <a:prstGeom prst="rect">
            <a:avLst/>
          </a:prstGeom>
        </p:spPr>
      </p:pic>
      <p:pic>
        <p:nvPicPr>
          <p:cNvPr id="12" name="Content Placeholder 1">
            <a:extLst>
              <a:ext uri="{FF2B5EF4-FFF2-40B4-BE49-F238E27FC236}">
                <a16:creationId xmlns:a16="http://schemas.microsoft.com/office/drawing/2014/main" id="{30F69E0A-0716-7030-5D48-D30B8DC4A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098" y="5251253"/>
            <a:ext cx="802004" cy="144000"/>
          </a:xfrm>
          <a:prstGeom prst="rect">
            <a:avLst/>
          </a:prstGeom>
        </p:spPr>
      </p:pic>
      <p:pic>
        <p:nvPicPr>
          <p:cNvPr id="14" name="Content Placeholder 1">
            <a:extLst>
              <a:ext uri="{FF2B5EF4-FFF2-40B4-BE49-F238E27FC236}">
                <a16:creationId xmlns:a16="http://schemas.microsoft.com/office/drawing/2014/main" id="{573CE810-8E27-2BFB-1B40-44FC397201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5832" y="5251253"/>
            <a:ext cx="802004" cy="144000"/>
          </a:xfrm>
          <a:prstGeom prst="rect">
            <a:avLst/>
          </a:prstGeom>
        </p:spPr>
      </p:pic>
      <p:pic>
        <p:nvPicPr>
          <p:cNvPr id="25" name="Content Placeholder 1">
            <a:extLst>
              <a:ext uri="{FF2B5EF4-FFF2-40B4-BE49-F238E27FC236}">
                <a16:creationId xmlns:a16="http://schemas.microsoft.com/office/drawing/2014/main" id="{E7F80F6F-BE74-6E90-FCCC-80A2082253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5832" y="369145"/>
            <a:ext cx="802004" cy="144000"/>
          </a:xfrm>
          <a:prstGeom prst="rect">
            <a:avLst/>
          </a:prstGeom>
        </p:spPr>
      </p:pic>
      <p:pic>
        <p:nvPicPr>
          <p:cNvPr id="9" name="Picture 8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F9BBC3A2-3579-4226-7E8B-F3681ACE9A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660000" flipH="1">
            <a:off x="8257090" y="1010562"/>
            <a:ext cx="1402772" cy="1632239"/>
          </a:xfrm>
          <a:prstGeom prst="rect">
            <a:avLst/>
          </a:prstGeom>
        </p:spPr>
      </p:pic>
      <p:pic>
        <p:nvPicPr>
          <p:cNvPr id="13" name="Picture 12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5B4099D8-E101-70FB-1493-502B6963B0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60000" flipH="1" flipV="1">
            <a:off x="8798606" y="4137785"/>
            <a:ext cx="1402772" cy="1632239"/>
          </a:xfrm>
          <a:prstGeom prst="rect">
            <a:avLst/>
          </a:prstGeom>
        </p:spPr>
      </p:pic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ADAF6D52-95F4-EA0E-1BA3-0A22103E1A6C}"/>
              </a:ext>
            </a:extLst>
          </p:cNvPr>
          <p:cNvSpPr txBox="1">
            <a:spLocks/>
          </p:cNvSpPr>
          <p:nvPr/>
        </p:nvSpPr>
        <p:spPr>
          <a:xfrm>
            <a:off x="10085720" y="2513871"/>
            <a:ext cx="1865212" cy="1532334"/>
          </a:xfrm>
          <a:custGeom>
            <a:avLst/>
            <a:gdLst>
              <a:gd name="csX0" fmla="*/ 0 w 1865212"/>
              <a:gd name="csY0" fmla="*/ 255394 h 1532334"/>
              <a:gd name="csX1" fmla="*/ 255394 w 1865212"/>
              <a:gd name="csY1" fmla="*/ 0 h 1532334"/>
              <a:gd name="csX2" fmla="*/ 959694 w 1865212"/>
              <a:gd name="csY2" fmla="*/ 0 h 1532334"/>
              <a:gd name="csX3" fmla="*/ 1609818 w 1865212"/>
              <a:gd name="csY3" fmla="*/ 0 h 1532334"/>
              <a:gd name="csX4" fmla="*/ 1865212 w 1865212"/>
              <a:gd name="csY4" fmla="*/ 255394 h 1532334"/>
              <a:gd name="csX5" fmla="*/ 1865212 w 1865212"/>
              <a:gd name="csY5" fmla="*/ 776382 h 1532334"/>
              <a:gd name="csX6" fmla="*/ 1865212 w 1865212"/>
              <a:gd name="csY6" fmla="*/ 1276940 h 1532334"/>
              <a:gd name="csX7" fmla="*/ 1609818 w 1865212"/>
              <a:gd name="csY7" fmla="*/ 1532334 h 1532334"/>
              <a:gd name="csX8" fmla="*/ 932606 w 1865212"/>
              <a:gd name="csY8" fmla="*/ 1532334 h 1532334"/>
              <a:gd name="csX9" fmla="*/ 255394 w 1865212"/>
              <a:gd name="csY9" fmla="*/ 1532334 h 1532334"/>
              <a:gd name="csX10" fmla="*/ 0 w 1865212"/>
              <a:gd name="csY10" fmla="*/ 1276940 h 1532334"/>
              <a:gd name="csX11" fmla="*/ 0 w 1865212"/>
              <a:gd name="csY11" fmla="*/ 745736 h 1532334"/>
              <a:gd name="csX12" fmla="*/ 0 w 1865212"/>
              <a:gd name="csY12" fmla="*/ 255394 h 1532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65212" h="1532334" fill="none" extrusionOk="0">
                <a:moveTo>
                  <a:pt x="0" y="255394"/>
                </a:moveTo>
                <a:cubicBezTo>
                  <a:pt x="-2965" y="124303"/>
                  <a:pt x="100671" y="4770"/>
                  <a:pt x="255394" y="0"/>
                </a:cubicBezTo>
                <a:cubicBezTo>
                  <a:pt x="578222" y="12235"/>
                  <a:pt x="607927" y="-26208"/>
                  <a:pt x="959694" y="0"/>
                </a:cubicBezTo>
                <a:cubicBezTo>
                  <a:pt x="1311461" y="26208"/>
                  <a:pt x="1392234" y="-5946"/>
                  <a:pt x="1609818" y="0"/>
                </a:cubicBezTo>
                <a:cubicBezTo>
                  <a:pt x="1725773" y="-4242"/>
                  <a:pt x="1873456" y="120541"/>
                  <a:pt x="1865212" y="255394"/>
                </a:cubicBezTo>
                <a:cubicBezTo>
                  <a:pt x="1862274" y="455851"/>
                  <a:pt x="1878849" y="552989"/>
                  <a:pt x="1865212" y="776382"/>
                </a:cubicBezTo>
                <a:cubicBezTo>
                  <a:pt x="1851575" y="999775"/>
                  <a:pt x="1861359" y="1125669"/>
                  <a:pt x="1865212" y="1276940"/>
                </a:cubicBezTo>
                <a:cubicBezTo>
                  <a:pt x="1882135" y="1404058"/>
                  <a:pt x="1743594" y="1516540"/>
                  <a:pt x="1609818" y="1532334"/>
                </a:cubicBezTo>
                <a:cubicBezTo>
                  <a:pt x="1430138" y="1554122"/>
                  <a:pt x="1239131" y="1555358"/>
                  <a:pt x="932606" y="1532334"/>
                </a:cubicBezTo>
                <a:cubicBezTo>
                  <a:pt x="626081" y="1509310"/>
                  <a:pt x="405737" y="1543530"/>
                  <a:pt x="255394" y="1532334"/>
                </a:cubicBezTo>
                <a:cubicBezTo>
                  <a:pt x="123327" y="1532188"/>
                  <a:pt x="6286" y="1401903"/>
                  <a:pt x="0" y="1276940"/>
                </a:cubicBezTo>
                <a:cubicBezTo>
                  <a:pt x="-15253" y="1067050"/>
                  <a:pt x="-25903" y="861369"/>
                  <a:pt x="0" y="745736"/>
                </a:cubicBezTo>
                <a:cubicBezTo>
                  <a:pt x="25903" y="630103"/>
                  <a:pt x="9487" y="384019"/>
                  <a:pt x="0" y="255394"/>
                </a:cubicBezTo>
                <a:close/>
              </a:path>
              <a:path w="1865212" h="1532334" stroke="0" extrusionOk="0">
                <a:moveTo>
                  <a:pt x="0" y="255394"/>
                </a:moveTo>
                <a:cubicBezTo>
                  <a:pt x="-27655" y="118182"/>
                  <a:pt x="118028" y="-3219"/>
                  <a:pt x="255394" y="0"/>
                </a:cubicBezTo>
                <a:cubicBezTo>
                  <a:pt x="599792" y="-29142"/>
                  <a:pt x="760106" y="-7199"/>
                  <a:pt x="946150" y="0"/>
                </a:cubicBezTo>
                <a:cubicBezTo>
                  <a:pt x="1132194" y="7199"/>
                  <a:pt x="1340043" y="11900"/>
                  <a:pt x="1609818" y="0"/>
                </a:cubicBezTo>
                <a:cubicBezTo>
                  <a:pt x="1741030" y="2573"/>
                  <a:pt x="1860643" y="92675"/>
                  <a:pt x="1865212" y="255394"/>
                </a:cubicBezTo>
                <a:cubicBezTo>
                  <a:pt x="1887033" y="373151"/>
                  <a:pt x="1886309" y="586377"/>
                  <a:pt x="1865212" y="755952"/>
                </a:cubicBezTo>
                <a:cubicBezTo>
                  <a:pt x="1844115" y="925527"/>
                  <a:pt x="1881023" y="1138991"/>
                  <a:pt x="1865212" y="1276940"/>
                </a:cubicBezTo>
                <a:cubicBezTo>
                  <a:pt x="1871530" y="1418548"/>
                  <a:pt x="1757220" y="1552401"/>
                  <a:pt x="1609818" y="1532334"/>
                </a:cubicBezTo>
                <a:cubicBezTo>
                  <a:pt x="1435313" y="1505710"/>
                  <a:pt x="1160905" y="1527626"/>
                  <a:pt x="932606" y="1532334"/>
                </a:cubicBezTo>
                <a:cubicBezTo>
                  <a:pt x="704307" y="1537042"/>
                  <a:pt x="427773" y="1519269"/>
                  <a:pt x="255394" y="1532334"/>
                </a:cubicBezTo>
                <a:cubicBezTo>
                  <a:pt x="125348" y="1537911"/>
                  <a:pt x="-2816" y="1425368"/>
                  <a:pt x="0" y="1276940"/>
                </a:cubicBezTo>
                <a:cubicBezTo>
                  <a:pt x="-20040" y="1116360"/>
                  <a:pt x="10873" y="911245"/>
                  <a:pt x="0" y="786598"/>
                </a:cubicBezTo>
                <a:cubicBezTo>
                  <a:pt x="-10873" y="661951"/>
                  <a:pt x="-9193" y="428739"/>
                  <a:pt x="0" y="255394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85432476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137160" tIns="137160" rIns="13716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>
                <a:solidFill>
                  <a:srgbClr val="25589B"/>
                </a:solidFill>
                <a:latin typeface="Segoe UI"/>
                <a:cs typeface="Segoe UI"/>
              </a:rPr>
              <a:t>Different Pages were used to keep atomicity separate and simple</a:t>
            </a:r>
          </a:p>
        </p:txBody>
      </p:sp>
      <p:pic>
        <p:nvPicPr>
          <p:cNvPr id="2" name="Picture 1" descr="A white arrow pointing up&#10;&#10;AI-generated content may be incorrect.">
            <a:extLst>
              <a:ext uri="{FF2B5EF4-FFF2-40B4-BE49-F238E27FC236}">
                <a16:creationId xmlns:a16="http://schemas.microsoft.com/office/drawing/2014/main" id="{263C3FC5-2EBA-9D5E-3CDD-B1B70C94DB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0000" flipV="1">
            <a:off x="1264245" y="1726551"/>
            <a:ext cx="1542184" cy="1770785"/>
          </a:xfrm>
          <a:prstGeom prst="rect">
            <a:avLst/>
          </a:prstGeom>
        </p:spPr>
      </p:pic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99F337A4-C872-ED67-771D-F0662FCAF2FC}"/>
              </a:ext>
            </a:extLst>
          </p:cNvPr>
          <p:cNvSpPr txBox="1">
            <a:spLocks/>
          </p:cNvSpPr>
          <p:nvPr/>
        </p:nvSpPr>
        <p:spPr>
          <a:xfrm>
            <a:off x="147900" y="2889523"/>
            <a:ext cx="2335454" cy="1532334"/>
          </a:xfrm>
          <a:custGeom>
            <a:avLst/>
            <a:gdLst>
              <a:gd name="csX0" fmla="*/ 0 w 2335454"/>
              <a:gd name="csY0" fmla="*/ 255394 h 1532334"/>
              <a:gd name="csX1" fmla="*/ 255394 w 2335454"/>
              <a:gd name="csY1" fmla="*/ 0 h 1532334"/>
              <a:gd name="csX2" fmla="*/ 808876 w 2335454"/>
              <a:gd name="csY2" fmla="*/ 0 h 1532334"/>
              <a:gd name="csX3" fmla="*/ 1362358 w 2335454"/>
              <a:gd name="csY3" fmla="*/ 0 h 1532334"/>
              <a:gd name="csX4" fmla="*/ 2080060 w 2335454"/>
              <a:gd name="csY4" fmla="*/ 0 h 1532334"/>
              <a:gd name="csX5" fmla="*/ 2335454 w 2335454"/>
              <a:gd name="csY5" fmla="*/ 255394 h 1532334"/>
              <a:gd name="csX6" fmla="*/ 2335454 w 2335454"/>
              <a:gd name="csY6" fmla="*/ 786598 h 1532334"/>
              <a:gd name="csX7" fmla="*/ 2335454 w 2335454"/>
              <a:gd name="csY7" fmla="*/ 1276940 h 1532334"/>
              <a:gd name="csX8" fmla="*/ 2080060 w 2335454"/>
              <a:gd name="csY8" fmla="*/ 1532334 h 1532334"/>
              <a:gd name="csX9" fmla="*/ 1490085 w 2335454"/>
              <a:gd name="csY9" fmla="*/ 1532334 h 1532334"/>
              <a:gd name="csX10" fmla="*/ 918356 w 2335454"/>
              <a:gd name="csY10" fmla="*/ 1532334 h 1532334"/>
              <a:gd name="csX11" fmla="*/ 255394 w 2335454"/>
              <a:gd name="csY11" fmla="*/ 1532334 h 1532334"/>
              <a:gd name="csX12" fmla="*/ 0 w 2335454"/>
              <a:gd name="csY12" fmla="*/ 1276940 h 1532334"/>
              <a:gd name="csX13" fmla="*/ 0 w 2335454"/>
              <a:gd name="csY13" fmla="*/ 766167 h 1532334"/>
              <a:gd name="csX14" fmla="*/ 0 w 2335454"/>
              <a:gd name="csY14" fmla="*/ 255394 h 1532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335454" h="1532334" fill="none" extrusionOk="0">
                <a:moveTo>
                  <a:pt x="0" y="255394"/>
                </a:moveTo>
                <a:cubicBezTo>
                  <a:pt x="12490" y="128797"/>
                  <a:pt x="145190" y="7917"/>
                  <a:pt x="255394" y="0"/>
                </a:cubicBezTo>
                <a:cubicBezTo>
                  <a:pt x="511581" y="6076"/>
                  <a:pt x="593818" y="21022"/>
                  <a:pt x="808876" y="0"/>
                </a:cubicBezTo>
                <a:cubicBezTo>
                  <a:pt x="1023934" y="-21022"/>
                  <a:pt x="1213283" y="2065"/>
                  <a:pt x="1362358" y="0"/>
                </a:cubicBezTo>
                <a:cubicBezTo>
                  <a:pt x="1511433" y="-2065"/>
                  <a:pt x="1805149" y="-19741"/>
                  <a:pt x="2080060" y="0"/>
                </a:cubicBezTo>
                <a:cubicBezTo>
                  <a:pt x="2214308" y="-13656"/>
                  <a:pt x="2328544" y="108895"/>
                  <a:pt x="2335454" y="255394"/>
                </a:cubicBezTo>
                <a:cubicBezTo>
                  <a:pt x="2336591" y="480994"/>
                  <a:pt x="2333772" y="570278"/>
                  <a:pt x="2335454" y="786598"/>
                </a:cubicBezTo>
                <a:cubicBezTo>
                  <a:pt x="2337136" y="1002918"/>
                  <a:pt x="2323942" y="1127681"/>
                  <a:pt x="2335454" y="1276940"/>
                </a:cubicBezTo>
                <a:cubicBezTo>
                  <a:pt x="2304816" y="1417951"/>
                  <a:pt x="2230026" y="1519786"/>
                  <a:pt x="2080060" y="1532334"/>
                </a:cubicBezTo>
                <a:cubicBezTo>
                  <a:pt x="1817672" y="1546561"/>
                  <a:pt x="1681647" y="1553992"/>
                  <a:pt x="1490085" y="1532334"/>
                </a:cubicBezTo>
                <a:cubicBezTo>
                  <a:pt x="1298523" y="1510676"/>
                  <a:pt x="1056352" y="1524840"/>
                  <a:pt x="918356" y="1532334"/>
                </a:cubicBezTo>
                <a:cubicBezTo>
                  <a:pt x="780360" y="1539828"/>
                  <a:pt x="492320" y="1534594"/>
                  <a:pt x="255394" y="1532334"/>
                </a:cubicBezTo>
                <a:cubicBezTo>
                  <a:pt x="107199" y="1537540"/>
                  <a:pt x="-11963" y="1403903"/>
                  <a:pt x="0" y="1276940"/>
                </a:cubicBezTo>
                <a:cubicBezTo>
                  <a:pt x="-23771" y="1149005"/>
                  <a:pt x="13672" y="872884"/>
                  <a:pt x="0" y="766167"/>
                </a:cubicBezTo>
                <a:cubicBezTo>
                  <a:pt x="-13672" y="659450"/>
                  <a:pt x="1511" y="476030"/>
                  <a:pt x="0" y="255394"/>
                </a:cubicBezTo>
                <a:close/>
              </a:path>
              <a:path w="2335454" h="1532334" stroke="0" extrusionOk="0">
                <a:moveTo>
                  <a:pt x="0" y="255394"/>
                </a:moveTo>
                <a:cubicBezTo>
                  <a:pt x="-27655" y="118182"/>
                  <a:pt x="118028" y="-3219"/>
                  <a:pt x="255394" y="0"/>
                </a:cubicBezTo>
                <a:cubicBezTo>
                  <a:pt x="396879" y="-9804"/>
                  <a:pt x="744316" y="-24988"/>
                  <a:pt x="881863" y="0"/>
                </a:cubicBezTo>
                <a:cubicBezTo>
                  <a:pt x="1019410" y="24988"/>
                  <a:pt x="1322478" y="13061"/>
                  <a:pt x="1453591" y="0"/>
                </a:cubicBezTo>
                <a:cubicBezTo>
                  <a:pt x="1584704" y="-13061"/>
                  <a:pt x="1923135" y="12126"/>
                  <a:pt x="2080060" y="0"/>
                </a:cubicBezTo>
                <a:cubicBezTo>
                  <a:pt x="2196623" y="6803"/>
                  <a:pt x="2343286" y="107483"/>
                  <a:pt x="2335454" y="255394"/>
                </a:cubicBezTo>
                <a:cubicBezTo>
                  <a:pt x="2357770" y="374123"/>
                  <a:pt x="2351265" y="638433"/>
                  <a:pt x="2335454" y="776382"/>
                </a:cubicBezTo>
                <a:cubicBezTo>
                  <a:pt x="2319643" y="914331"/>
                  <a:pt x="2347765" y="1093121"/>
                  <a:pt x="2335454" y="1276940"/>
                </a:cubicBezTo>
                <a:cubicBezTo>
                  <a:pt x="2315588" y="1440334"/>
                  <a:pt x="2230443" y="1524726"/>
                  <a:pt x="2080060" y="1532334"/>
                </a:cubicBezTo>
                <a:cubicBezTo>
                  <a:pt x="1947605" y="1513401"/>
                  <a:pt x="1693469" y="1554803"/>
                  <a:pt x="1508331" y="1532334"/>
                </a:cubicBezTo>
                <a:cubicBezTo>
                  <a:pt x="1323193" y="1509865"/>
                  <a:pt x="1069795" y="1513499"/>
                  <a:pt x="863616" y="1532334"/>
                </a:cubicBezTo>
                <a:cubicBezTo>
                  <a:pt x="657437" y="1551169"/>
                  <a:pt x="416886" y="1547314"/>
                  <a:pt x="255394" y="1532334"/>
                </a:cubicBezTo>
                <a:cubicBezTo>
                  <a:pt x="106153" y="1556199"/>
                  <a:pt x="-11560" y="1411327"/>
                  <a:pt x="0" y="1276940"/>
                </a:cubicBezTo>
                <a:cubicBezTo>
                  <a:pt x="-9094" y="1132854"/>
                  <a:pt x="3160" y="930788"/>
                  <a:pt x="0" y="796813"/>
                </a:cubicBezTo>
                <a:cubicBezTo>
                  <a:pt x="-3160" y="662838"/>
                  <a:pt x="22468" y="452479"/>
                  <a:pt x="0" y="255394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85432476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137160" tIns="137160" rIns="13716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>
                <a:solidFill>
                  <a:srgbClr val="25589B"/>
                </a:solidFill>
                <a:latin typeface="Segoe UI"/>
                <a:cs typeface="Segoe UI"/>
              </a:rPr>
              <a:t>Each page was organised into sections to keep everything clear and useable </a:t>
            </a:r>
            <a:endParaRPr lang="en-GB" sz="1600">
              <a:solidFill>
                <a:srgbClr val="25589B"/>
              </a:solidFill>
            </a:endParaRP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DAB797-E61C-426C-6918-2E6C2DBDF9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5390" y="2634444"/>
            <a:ext cx="1908412" cy="1793830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3A6811-274C-DACD-E8ED-B1B53544AE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2062" y="2181294"/>
            <a:ext cx="3790382" cy="268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63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C6A78-4376-A17E-D0E0-8EC308B0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4FEE484A-419C-2145-D174-15B439300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2B1B0A93-1436-042C-74C9-F695DB49A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06" y="3360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99A9D236-5802-7381-0737-29B97B887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251" y="10493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253C5B5F-93C1-90F6-3B2B-3BCCEB818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AEC957D-8D8F-1B97-1137-B6AA2EB23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520" y="331017"/>
            <a:ext cx="8425731" cy="1325563"/>
          </a:xfrm>
        </p:spPr>
        <p:txBody>
          <a:bodyPr/>
          <a:lstStyle/>
          <a:p>
            <a:pPr algn="ctr"/>
            <a:r>
              <a:rPr lang="en-GB" noProof="0"/>
              <a:t>Figma Features Used</a:t>
            </a:r>
          </a:p>
        </p:txBody>
      </p:sp>
      <p:pic>
        <p:nvPicPr>
          <p:cNvPr id="3" name="Picture 2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9ADC3DDD-0181-E676-5DCC-C64C5C90C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94" y="1233487"/>
            <a:ext cx="583408" cy="426245"/>
          </a:xfrm>
          <a:prstGeom prst="rect">
            <a:avLst/>
          </a:prstGeom>
        </p:spPr>
      </p:pic>
      <p:pic>
        <p:nvPicPr>
          <p:cNvPr id="4" name="Picture 3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96FE44A1-C986-15ED-6D7A-F747C706E0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036968" y="328612"/>
            <a:ext cx="535780" cy="750095"/>
          </a:xfrm>
          <a:prstGeom prst="rect">
            <a:avLst/>
          </a:prstGeom>
        </p:spPr>
      </p:pic>
      <p:pic>
        <p:nvPicPr>
          <p:cNvPr id="5" name="Picture 4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84F6EFC1-ACD1-F12A-0B1C-AB9C4E425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281" y="1233487"/>
            <a:ext cx="583408" cy="426245"/>
          </a:xfrm>
          <a:prstGeom prst="rect">
            <a:avLst/>
          </a:prstGeom>
        </p:spPr>
      </p:pic>
      <p:pic>
        <p:nvPicPr>
          <p:cNvPr id="6" name="Picture 5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24B59F19-BCE6-6326-89CB-7DC5A9216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93" y="6138862"/>
            <a:ext cx="583408" cy="426245"/>
          </a:xfrm>
          <a:prstGeom prst="rect">
            <a:avLst/>
          </a:prstGeom>
        </p:spPr>
      </p:pic>
      <p:pic>
        <p:nvPicPr>
          <p:cNvPr id="7" name="Picture 6" descr="A rainbow colored heart with black background&#10;&#10;AI-generated content may be incorrect.">
            <a:extLst>
              <a:ext uri="{FF2B5EF4-FFF2-40B4-BE49-F238E27FC236}">
                <a16:creationId xmlns:a16="http://schemas.microsoft.com/office/drawing/2014/main" id="{805BDD04-BDC7-9BC3-2F04-6C9B19202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281" y="6138862"/>
            <a:ext cx="583408" cy="426245"/>
          </a:xfrm>
          <a:prstGeom prst="rect">
            <a:avLst/>
          </a:prstGeom>
        </p:spPr>
      </p:pic>
      <p:pic>
        <p:nvPicPr>
          <p:cNvPr id="18" name="Picture 17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0864B755-14EF-39A7-4C3D-FB4BD5691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048875" y="5293516"/>
            <a:ext cx="511968" cy="726282"/>
          </a:xfrm>
          <a:prstGeom prst="rect">
            <a:avLst/>
          </a:prstGeom>
        </p:spPr>
      </p:pic>
      <p:pic>
        <p:nvPicPr>
          <p:cNvPr id="19" name="Picture 18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8B602877-D764-90F6-751D-E92B900DB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906" y="328613"/>
            <a:ext cx="464344" cy="666749"/>
          </a:xfrm>
          <a:prstGeom prst="rect">
            <a:avLst/>
          </a:prstGeom>
        </p:spPr>
      </p:pic>
      <p:pic>
        <p:nvPicPr>
          <p:cNvPr id="24" name="Picture 23" descr="A rainbow colored flag with black background&#10;&#10;AI-generated content may be incorrect.">
            <a:extLst>
              <a:ext uri="{FF2B5EF4-FFF2-40B4-BE49-F238E27FC236}">
                <a16:creationId xmlns:a16="http://schemas.microsoft.com/office/drawing/2014/main" id="{DA210B5D-8541-8186-1E12-689F4DB2E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281" y="5138737"/>
            <a:ext cx="511971" cy="726282"/>
          </a:xfrm>
          <a:prstGeom prst="rect">
            <a:avLst/>
          </a:prstGeom>
        </p:spPr>
      </p:pic>
      <p:pic>
        <p:nvPicPr>
          <p:cNvPr id="11" name="Content Placeholder 1">
            <a:extLst>
              <a:ext uri="{FF2B5EF4-FFF2-40B4-BE49-F238E27FC236}">
                <a16:creationId xmlns:a16="http://schemas.microsoft.com/office/drawing/2014/main" id="{E6D3C355-FC8A-F4D5-2F30-AC2C67E9AD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098" y="369145"/>
            <a:ext cx="802004" cy="144000"/>
          </a:xfrm>
          <a:prstGeom prst="rect">
            <a:avLst/>
          </a:prstGeom>
        </p:spPr>
      </p:pic>
      <p:pic>
        <p:nvPicPr>
          <p:cNvPr id="12" name="Content Placeholder 1">
            <a:extLst>
              <a:ext uri="{FF2B5EF4-FFF2-40B4-BE49-F238E27FC236}">
                <a16:creationId xmlns:a16="http://schemas.microsoft.com/office/drawing/2014/main" id="{81944CDB-84CB-EA35-96AB-02A833D7CF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098" y="5251253"/>
            <a:ext cx="802004" cy="144000"/>
          </a:xfrm>
          <a:prstGeom prst="rect">
            <a:avLst/>
          </a:prstGeom>
        </p:spPr>
      </p:pic>
      <p:pic>
        <p:nvPicPr>
          <p:cNvPr id="14" name="Content Placeholder 1">
            <a:extLst>
              <a:ext uri="{FF2B5EF4-FFF2-40B4-BE49-F238E27FC236}">
                <a16:creationId xmlns:a16="http://schemas.microsoft.com/office/drawing/2014/main" id="{61B31DE2-5014-E662-0582-3DECC1787D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5832" y="5251253"/>
            <a:ext cx="802004" cy="144000"/>
          </a:xfrm>
          <a:prstGeom prst="rect">
            <a:avLst/>
          </a:prstGeom>
        </p:spPr>
      </p:pic>
      <p:pic>
        <p:nvPicPr>
          <p:cNvPr id="25" name="Content Placeholder 1">
            <a:extLst>
              <a:ext uri="{FF2B5EF4-FFF2-40B4-BE49-F238E27FC236}">
                <a16:creationId xmlns:a16="http://schemas.microsoft.com/office/drawing/2014/main" id="{D345BBAB-FED7-BF9A-81AB-B342F90D06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5832" y="369145"/>
            <a:ext cx="802004" cy="144000"/>
          </a:xfrm>
          <a:prstGeom prst="rect">
            <a:avLst/>
          </a:prstGeom>
        </p:spPr>
      </p:pic>
      <p:pic>
        <p:nvPicPr>
          <p:cNvPr id="9" name="Picture 8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001114AA-032B-C3BC-EB58-8DCF3C0846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800000" flipH="1">
            <a:off x="7792937" y="1182661"/>
            <a:ext cx="1402772" cy="1632239"/>
          </a:xfrm>
          <a:prstGeom prst="rect">
            <a:avLst/>
          </a:prstGeom>
        </p:spPr>
      </p:pic>
      <p:pic>
        <p:nvPicPr>
          <p:cNvPr id="13" name="Picture 12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C56E7107-58DD-F39A-EBEB-C704168A86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 flipH="1" flipV="1">
            <a:off x="7717402" y="3992559"/>
            <a:ext cx="1402772" cy="1632239"/>
          </a:xfrm>
          <a:prstGeom prst="rect">
            <a:avLst/>
          </a:prstGeom>
        </p:spPr>
      </p:pic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A9641584-5AAE-E327-8AE8-BD0D21CA2601}"/>
              </a:ext>
            </a:extLst>
          </p:cNvPr>
          <p:cNvSpPr txBox="1">
            <a:spLocks/>
          </p:cNvSpPr>
          <p:nvPr/>
        </p:nvSpPr>
        <p:spPr>
          <a:xfrm>
            <a:off x="8613589" y="2446400"/>
            <a:ext cx="2335454" cy="2430304"/>
          </a:xfrm>
          <a:custGeom>
            <a:avLst/>
            <a:gdLst>
              <a:gd name="csX0" fmla="*/ 0 w 2335454"/>
              <a:gd name="csY0" fmla="*/ 389250 h 2430304"/>
              <a:gd name="csX1" fmla="*/ 389250 w 2335454"/>
              <a:gd name="csY1" fmla="*/ 0 h 2430304"/>
              <a:gd name="csX2" fmla="*/ 923804 w 2335454"/>
              <a:gd name="csY2" fmla="*/ 0 h 2430304"/>
              <a:gd name="csX3" fmla="*/ 1458358 w 2335454"/>
              <a:gd name="csY3" fmla="*/ 0 h 2430304"/>
              <a:gd name="csX4" fmla="*/ 1946204 w 2335454"/>
              <a:gd name="csY4" fmla="*/ 0 h 2430304"/>
              <a:gd name="csX5" fmla="*/ 2335454 w 2335454"/>
              <a:gd name="csY5" fmla="*/ 389250 h 2430304"/>
              <a:gd name="csX6" fmla="*/ 2335454 w 2335454"/>
              <a:gd name="csY6" fmla="*/ 956369 h 2430304"/>
              <a:gd name="csX7" fmla="*/ 2335454 w 2335454"/>
              <a:gd name="csY7" fmla="*/ 1523489 h 2430304"/>
              <a:gd name="csX8" fmla="*/ 2335454 w 2335454"/>
              <a:gd name="csY8" fmla="*/ 2041054 h 2430304"/>
              <a:gd name="csX9" fmla="*/ 1946204 w 2335454"/>
              <a:gd name="csY9" fmla="*/ 2430304 h 2430304"/>
              <a:gd name="csX10" fmla="*/ 1427219 w 2335454"/>
              <a:gd name="csY10" fmla="*/ 2430304 h 2430304"/>
              <a:gd name="csX11" fmla="*/ 892665 w 2335454"/>
              <a:gd name="csY11" fmla="*/ 2430304 h 2430304"/>
              <a:gd name="csX12" fmla="*/ 389250 w 2335454"/>
              <a:gd name="csY12" fmla="*/ 2430304 h 2430304"/>
              <a:gd name="csX13" fmla="*/ 0 w 2335454"/>
              <a:gd name="csY13" fmla="*/ 2041054 h 2430304"/>
              <a:gd name="csX14" fmla="*/ 0 w 2335454"/>
              <a:gd name="csY14" fmla="*/ 1490453 h 2430304"/>
              <a:gd name="csX15" fmla="*/ 0 w 2335454"/>
              <a:gd name="csY15" fmla="*/ 956369 h 2430304"/>
              <a:gd name="csX16" fmla="*/ 0 w 2335454"/>
              <a:gd name="csY16" fmla="*/ 389250 h 24303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335454" h="2430304" fill="none" extrusionOk="0">
                <a:moveTo>
                  <a:pt x="0" y="389250"/>
                </a:moveTo>
                <a:cubicBezTo>
                  <a:pt x="-15324" y="171683"/>
                  <a:pt x="191471" y="12927"/>
                  <a:pt x="389250" y="0"/>
                </a:cubicBezTo>
                <a:cubicBezTo>
                  <a:pt x="541729" y="12472"/>
                  <a:pt x="814210" y="-25731"/>
                  <a:pt x="923804" y="0"/>
                </a:cubicBezTo>
                <a:cubicBezTo>
                  <a:pt x="1033398" y="25731"/>
                  <a:pt x="1224474" y="-25110"/>
                  <a:pt x="1458358" y="0"/>
                </a:cubicBezTo>
                <a:cubicBezTo>
                  <a:pt x="1692242" y="25110"/>
                  <a:pt x="1747555" y="-18226"/>
                  <a:pt x="1946204" y="0"/>
                </a:cubicBezTo>
                <a:cubicBezTo>
                  <a:pt x="2110825" y="16621"/>
                  <a:pt x="2299259" y="204428"/>
                  <a:pt x="2335454" y="389250"/>
                </a:cubicBezTo>
                <a:cubicBezTo>
                  <a:pt x="2349724" y="653204"/>
                  <a:pt x="2359825" y="786652"/>
                  <a:pt x="2335454" y="956369"/>
                </a:cubicBezTo>
                <a:cubicBezTo>
                  <a:pt x="2311083" y="1126086"/>
                  <a:pt x="2332153" y="1243690"/>
                  <a:pt x="2335454" y="1523489"/>
                </a:cubicBezTo>
                <a:cubicBezTo>
                  <a:pt x="2338755" y="1803288"/>
                  <a:pt x="2338790" y="1913742"/>
                  <a:pt x="2335454" y="2041054"/>
                </a:cubicBezTo>
                <a:cubicBezTo>
                  <a:pt x="2320623" y="2217236"/>
                  <a:pt x="2154235" y="2449027"/>
                  <a:pt x="1946204" y="2430304"/>
                </a:cubicBezTo>
                <a:cubicBezTo>
                  <a:pt x="1760246" y="2453308"/>
                  <a:pt x="1565768" y="2438048"/>
                  <a:pt x="1427219" y="2430304"/>
                </a:cubicBezTo>
                <a:cubicBezTo>
                  <a:pt x="1288671" y="2422560"/>
                  <a:pt x="1148359" y="2423384"/>
                  <a:pt x="892665" y="2430304"/>
                </a:cubicBezTo>
                <a:cubicBezTo>
                  <a:pt x="636971" y="2437224"/>
                  <a:pt x="534876" y="2409873"/>
                  <a:pt x="389250" y="2430304"/>
                </a:cubicBezTo>
                <a:cubicBezTo>
                  <a:pt x="219231" y="2434982"/>
                  <a:pt x="-31387" y="2247667"/>
                  <a:pt x="0" y="2041054"/>
                </a:cubicBezTo>
                <a:cubicBezTo>
                  <a:pt x="6841" y="1922724"/>
                  <a:pt x="-10749" y="1765440"/>
                  <a:pt x="0" y="1490453"/>
                </a:cubicBezTo>
                <a:cubicBezTo>
                  <a:pt x="10749" y="1215466"/>
                  <a:pt x="-9754" y="1071738"/>
                  <a:pt x="0" y="956369"/>
                </a:cubicBezTo>
                <a:cubicBezTo>
                  <a:pt x="9754" y="841000"/>
                  <a:pt x="-11928" y="634490"/>
                  <a:pt x="0" y="389250"/>
                </a:cubicBezTo>
                <a:close/>
              </a:path>
              <a:path w="2335454" h="2430304" stroke="0" extrusionOk="0">
                <a:moveTo>
                  <a:pt x="0" y="389250"/>
                </a:moveTo>
                <a:cubicBezTo>
                  <a:pt x="-4930" y="174957"/>
                  <a:pt x="194256" y="-17457"/>
                  <a:pt x="389250" y="0"/>
                </a:cubicBezTo>
                <a:cubicBezTo>
                  <a:pt x="533129" y="-15144"/>
                  <a:pt x="695888" y="24729"/>
                  <a:pt x="923804" y="0"/>
                </a:cubicBezTo>
                <a:cubicBezTo>
                  <a:pt x="1151720" y="-24729"/>
                  <a:pt x="1312853" y="-8519"/>
                  <a:pt x="1411650" y="0"/>
                </a:cubicBezTo>
                <a:cubicBezTo>
                  <a:pt x="1510447" y="8519"/>
                  <a:pt x="1793685" y="-5252"/>
                  <a:pt x="1946204" y="0"/>
                </a:cubicBezTo>
                <a:cubicBezTo>
                  <a:pt x="2156240" y="1373"/>
                  <a:pt x="2353709" y="158280"/>
                  <a:pt x="2335454" y="389250"/>
                </a:cubicBezTo>
                <a:cubicBezTo>
                  <a:pt x="2342765" y="672508"/>
                  <a:pt x="2315016" y="736575"/>
                  <a:pt x="2335454" y="956369"/>
                </a:cubicBezTo>
                <a:cubicBezTo>
                  <a:pt x="2355892" y="1176163"/>
                  <a:pt x="2334581" y="1330800"/>
                  <a:pt x="2335454" y="1473935"/>
                </a:cubicBezTo>
                <a:cubicBezTo>
                  <a:pt x="2336327" y="1617070"/>
                  <a:pt x="2308906" y="1899683"/>
                  <a:pt x="2335454" y="2041054"/>
                </a:cubicBezTo>
                <a:cubicBezTo>
                  <a:pt x="2327727" y="2267836"/>
                  <a:pt x="2130789" y="2406458"/>
                  <a:pt x="1946204" y="2430304"/>
                </a:cubicBezTo>
                <a:cubicBezTo>
                  <a:pt x="1751816" y="2450836"/>
                  <a:pt x="1643317" y="2408880"/>
                  <a:pt x="1473928" y="2430304"/>
                </a:cubicBezTo>
                <a:cubicBezTo>
                  <a:pt x="1304539" y="2451728"/>
                  <a:pt x="1162395" y="2432488"/>
                  <a:pt x="1001652" y="2430304"/>
                </a:cubicBezTo>
                <a:cubicBezTo>
                  <a:pt x="840909" y="2428120"/>
                  <a:pt x="564171" y="2414466"/>
                  <a:pt x="389250" y="2430304"/>
                </a:cubicBezTo>
                <a:cubicBezTo>
                  <a:pt x="193269" y="2430425"/>
                  <a:pt x="51138" y="2263464"/>
                  <a:pt x="0" y="2041054"/>
                </a:cubicBezTo>
                <a:cubicBezTo>
                  <a:pt x="-8836" y="1831569"/>
                  <a:pt x="15527" y="1746881"/>
                  <a:pt x="0" y="1540007"/>
                </a:cubicBezTo>
                <a:cubicBezTo>
                  <a:pt x="-15527" y="1333133"/>
                  <a:pt x="-21094" y="1279168"/>
                  <a:pt x="0" y="1038960"/>
                </a:cubicBezTo>
                <a:cubicBezTo>
                  <a:pt x="21094" y="798752"/>
                  <a:pt x="-978" y="617839"/>
                  <a:pt x="0" y="389250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85432476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137160" tIns="137160" rIns="13716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>
                <a:solidFill>
                  <a:srgbClr val="000000"/>
                </a:solidFill>
                <a:latin typeface="Segoe UI"/>
                <a:cs typeface="Segoe UI"/>
              </a:rPr>
              <a:t>Used the scroll behaviour feature to give more emphasis on the elements that stay static on the screen.</a:t>
            </a:r>
            <a:endParaRPr lang="en-US">
              <a:latin typeface="Segoe UI"/>
              <a:cs typeface="Segoe UI"/>
            </a:endParaRPr>
          </a:p>
        </p:txBody>
      </p:sp>
      <p:pic>
        <p:nvPicPr>
          <p:cNvPr id="16" name="Picture 1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A1AD7F5-0004-C4F7-3C3B-2120C22CD7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1006" y="1446091"/>
            <a:ext cx="2038582" cy="4213404"/>
          </a:xfrm>
          <a:prstGeom prst="rect">
            <a:avLst/>
          </a:prstGeom>
        </p:spPr>
      </p:pic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870055F6-1817-0A46-CA59-86DDC689AC95}"/>
              </a:ext>
            </a:extLst>
          </p:cNvPr>
          <p:cNvSpPr txBox="1">
            <a:spLocks/>
          </p:cNvSpPr>
          <p:nvPr/>
        </p:nvSpPr>
        <p:spPr>
          <a:xfrm>
            <a:off x="1139108" y="2290236"/>
            <a:ext cx="3695924" cy="2726591"/>
          </a:xfrm>
          <a:custGeom>
            <a:avLst/>
            <a:gdLst>
              <a:gd name="csX0" fmla="*/ 1077990 w 3695924"/>
              <a:gd name="csY0" fmla="*/ 3067415 h 2726591"/>
              <a:gd name="csX1" fmla="*/ 939816 w 3695924"/>
              <a:gd name="csY1" fmla="*/ 2550612 h 2726591"/>
              <a:gd name="csX2" fmla="*/ 405347 w 3695924"/>
              <a:gd name="csY2" fmla="*/ 511281 h 2726591"/>
              <a:gd name="csX3" fmla="*/ 2417814 w 3695924"/>
              <a:gd name="csY3" fmla="*/ 66436 h 2726591"/>
              <a:gd name="csX4" fmla="*/ 3557061 w 3695924"/>
              <a:gd name="csY4" fmla="*/ 1881779 h 2726591"/>
              <a:gd name="csX5" fmla="*/ 1608843 w 3695924"/>
              <a:gd name="csY5" fmla="*/ 2715129 h 2726591"/>
              <a:gd name="csX6" fmla="*/ 1077990 w 3695924"/>
              <a:gd name="csY6" fmla="*/ 3067415 h 27265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695924" h="2726591" fill="none" extrusionOk="0">
                <a:moveTo>
                  <a:pt x="1077990" y="3067415"/>
                </a:moveTo>
                <a:cubicBezTo>
                  <a:pt x="1044410" y="2922454"/>
                  <a:pt x="956264" y="2675414"/>
                  <a:pt x="939816" y="2550612"/>
                </a:cubicBezTo>
                <a:cubicBezTo>
                  <a:pt x="111017" y="2152423"/>
                  <a:pt x="-483805" y="1113296"/>
                  <a:pt x="405347" y="511281"/>
                </a:cubicBezTo>
                <a:cubicBezTo>
                  <a:pt x="972770" y="-68654"/>
                  <a:pt x="1689888" y="59560"/>
                  <a:pt x="2417814" y="66436"/>
                </a:cubicBezTo>
                <a:cubicBezTo>
                  <a:pt x="3497215" y="227634"/>
                  <a:pt x="3990178" y="1126511"/>
                  <a:pt x="3557061" y="1881779"/>
                </a:cubicBezTo>
                <a:cubicBezTo>
                  <a:pt x="3257828" y="2588833"/>
                  <a:pt x="2481162" y="2795330"/>
                  <a:pt x="1608843" y="2715129"/>
                </a:cubicBezTo>
                <a:cubicBezTo>
                  <a:pt x="1465561" y="2787357"/>
                  <a:pt x="1283826" y="2954336"/>
                  <a:pt x="1077990" y="3067415"/>
                </a:cubicBezTo>
                <a:close/>
              </a:path>
              <a:path w="3695924" h="2726591" stroke="0" extrusionOk="0">
                <a:moveTo>
                  <a:pt x="1077990" y="3067415"/>
                </a:moveTo>
                <a:cubicBezTo>
                  <a:pt x="1027457" y="2805743"/>
                  <a:pt x="969378" y="2739119"/>
                  <a:pt x="939816" y="2550612"/>
                </a:cubicBezTo>
                <a:cubicBezTo>
                  <a:pt x="75318" y="2178716"/>
                  <a:pt x="-441707" y="1283119"/>
                  <a:pt x="405347" y="511281"/>
                </a:cubicBezTo>
                <a:cubicBezTo>
                  <a:pt x="943815" y="164924"/>
                  <a:pt x="1763165" y="-227149"/>
                  <a:pt x="2417814" y="66436"/>
                </a:cubicBezTo>
                <a:cubicBezTo>
                  <a:pt x="3454783" y="295564"/>
                  <a:pt x="3803829" y="1192549"/>
                  <a:pt x="3557061" y="1881779"/>
                </a:cubicBezTo>
                <a:cubicBezTo>
                  <a:pt x="3302980" y="2396706"/>
                  <a:pt x="2472448" y="2595827"/>
                  <a:pt x="1608843" y="2715129"/>
                </a:cubicBezTo>
                <a:cubicBezTo>
                  <a:pt x="1509222" y="2807191"/>
                  <a:pt x="1235721" y="2979946"/>
                  <a:pt x="1077990" y="3067415"/>
                </a:cubicBezTo>
                <a:close/>
              </a:path>
            </a:pathLst>
          </a:custGeom>
          <a:solidFill>
            <a:srgbClr val="FCFCFC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85432476">
                  <a:prstGeom prst="wedgeEllipseCallou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137160" tIns="137160" rIns="13716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>
                <a:solidFill>
                  <a:srgbClr val="000000"/>
                </a:solidFill>
                <a:latin typeface="Segoe UI"/>
                <a:cs typeface="Segoe UI"/>
              </a:rPr>
              <a:t>Annotation was used to keep communication easy, not always having to use a separate app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171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10F8C-75EE-ADA8-AF0B-BCE4A7E58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415A1BE7-3BB8-F22D-51E0-A2B676E9D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6825A804-FE40-6AA1-F1D8-0A4AA395F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06" y="3360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7B53A6A5-F5E0-E24E-E99B-8BD01D355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074" y="-5187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75C12522-7CFB-1AE8-9427-62C1F7283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8263C34-5457-EF87-9517-A3CDB0E1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520" y="331017"/>
            <a:ext cx="8425731" cy="1325563"/>
          </a:xfrm>
        </p:spPr>
        <p:txBody>
          <a:bodyPr/>
          <a:lstStyle/>
          <a:p>
            <a:pPr algn="ctr"/>
            <a:r>
              <a:rPr lang="en-GB" noProof="0"/>
              <a:t>Accessibility Decisions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215EE5-E80C-60C4-5675-23D35C3CC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7520" y="1489449"/>
            <a:ext cx="4640022" cy="46875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1800"/>
              <a:t>Although our app is accessible already</a:t>
            </a:r>
            <a:endParaRPr lang="en-GB" sz="1800" noProof="0"/>
          </a:p>
          <a:p>
            <a:pPr marL="0" indent="0">
              <a:buNone/>
            </a:pPr>
            <a:r>
              <a:rPr lang="en-GB" sz="1800" noProof="0">
                <a:latin typeface="Segoe UI"/>
                <a:cs typeface="Segoe UI"/>
              </a:rPr>
              <a:t>We decided to make </a:t>
            </a:r>
            <a:r>
              <a:rPr lang="en-GB" sz="1800">
                <a:latin typeface="Segoe UI"/>
                <a:cs typeface="Segoe UI"/>
              </a:rPr>
              <a:t>Indago as accessible as possible because we wanted to design a solution for </a:t>
            </a:r>
            <a:r>
              <a:rPr lang="en-GB" sz="1800" u="sng">
                <a:latin typeface="Segoe UI"/>
                <a:cs typeface="Segoe UI"/>
              </a:rPr>
              <a:t>EVERY</a:t>
            </a:r>
            <a:r>
              <a:rPr lang="en-GB" sz="1800">
                <a:latin typeface="Segoe UI"/>
                <a:cs typeface="Segoe UI"/>
              </a:rPr>
              <a:t> student.</a:t>
            </a:r>
            <a:endParaRPr lang="en-GB" sz="1800" noProof="0"/>
          </a:p>
          <a:p>
            <a:pPr marL="0" indent="0">
              <a:buNone/>
            </a:pPr>
            <a:r>
              <a:rPr lang="en-GB" sz="1800">
                <a:latin typeface="Segoe UI"/>
                <a:cs typeface="Segoe UI"/>
              </a:rPr>
              <a:t>Indago contains many accessibility options including:</a:t>
            </a:r>
          </a:p>
          <a:p>
            <a:pPr marL="0" indent="0">
              <a:buNone/>
            </a:pPr>
            <a:endParaRPr lang="en-GB" sz="1800">
              <a:latin typeface="Segoe UI"/>
              <a:cs typeface="Segoe UI"/>
            </a:endParaRPr>
          </a:p>
          <a:p>
            <a:pPr marL="0" indent="0">
              <a:buNone/>
            </a:pPr>
            <a:r>
              <a:rPr lang="en-GB" sz="1800">
                <a:latin typeface="Segoe UI"/>
                <a:cs typeface="Segoe UI"/>
              </a:rPr>
              <a:t>Motor impaired: Touch and Hold</a:t>
            </a:r>
            <a:endParaRPr lang="en-GB" sz="1800" noProof="0"/>
          </a:p>
          <a:p>
            <a:pPr marL="0" indent="0">
              <a:buNone/>
            </a:pPr>
            <a:r>
              <a:rPr lang="en-GB" sz="1800"/>
              <a:t>Blind: Screen Reader, Hide Images</a:t>
            </a:r>
          </a:p>
          <a:p>
            <a:pPr marL="0" indent="0">
              <a:buNone/>
            </a:pPr>
            <a:r>
              <a:rPr lang="en-GB" sz="1800" noProof="0"/>
              <a:t>Colour Blind: Contrast, Saturation</a:t>
            </a:r>
          </a:p>
          <a:p>
            <a:pPr marL="0" indent="0">
              <a:buNone/>
            </a:pPr>
            <a:r>
              <a:rPr lang="en-GB" sz="1800">
                <a:latin typeface="Segoe UI"/>
                <a:cs typeface="Segoe UI"/>
              </a:rPr>
              <a:t>Dyslexic: Align Text</a:t>
            </a:r>
            <a:endParaRPr lang="en-GB" sz="1800" noProof="0"/>
          </a:p>
          <a:p>
            <a:pPr marL="0" indent="0">
              <a:buNone/>
            </a:pPr>
            <a:endParaRPr lang="en-GB" sz="1800"/>
          </a:p>
          <a:p>
            <a:pPr marL="0" indent="0">
              <a:buNone/>
            </a:pPr>
            <a:endParaRPr lang="en-GB" sz="1800"/>
          </a:p>
          <a:p>
            <a:pPr marL="0" indent="0">
              <a:buNone/>
            </a:pPr>
            <a:endParaRPr lang="en-GB" sz="1800"/>
          </a:p>
          <a:p>
            <a:pPr>
              <a:buFont typeface="Calibri" panose="020B0604020202020204" pitchFamily="34" charset="0"/>
              <a:buChar char="-"/>
            </a:pPr>
            <a:endParaRPr lang="en-GB" sz="1900" b="1"/>
          </a:p>
          <a:p>
            <a:pPr>
              <a:buFont typeface="Calibri" panose="020B0604020202020204" pitchFamily="34" charset="0"/>
              <a:buChar char="-"/>
            </a:pPr>
            <a:endParaRPr lang="en-GB" sz="1800"/>
          </a:p>
          <a:p>
            <a:pPr>
              <a:buFont typeface="Calibri" panose="020B0604020202020204" pitchFamily="34" charset="0"/>
              <a:buChar char="-"/>
            </a:pP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2C070-1B9A-46A3-B67B-8CE41EF4DD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675" y="806825"/>
            <a:ext cx="1694706" cy="2622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A3BECC-1D2A-9CBF-2D1E-12DB1F8941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576" y="3432058"/>
            <a:ext cx="1685838" cy="3459560"/>
          </a:xfrm>
          <a:prstGeom prst="rect">
            <a:avLst/>
          </a:prstGeom>
        </p:spPr>
      </p:pic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07A13B6C-9EBB-B971-5A7B-CC7BF5CD3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9238" y="1221442"/>
            <a:ext cx="1450683" cy="2513298"/>
          </a:xfrm>
          <a:prstGeom prst="rect">
            <a:avLst/>
          </a:prstGeom>
        </p:spPr>
      </p:pic>
      <p:pic>
        <p:nvPicPr>
          <p:cNvPr id="7" name="Picture 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694162B8-BF96-B9EF-BCCC-4FCD87B20A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9239" y="3726727"/>
            <a:ext cx="1450684" cy="313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837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B0DB6-CEF6-D7F7-61AC-83DAD3E50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ixel art of a penguin&#10;&#10;AI-generated content may be incorrect.">
            <a:extLst>
              <a:ext uri="{FF2B5EF4-FFF2-40B4-BE49-F238E27FC236}">
                <a16:creationId xmlns:a16="http://schemas.microsoft.com/office/drawing/2014/main" id="{DA5ACD68-DACD-5FCB-76F2-2FAF6A625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89" y="4879544"/>
            <a:ext cx="2022709" cy="1980879"/>
          </a:xfrm>
          <a:prstGeom prst="rect">
            <a:avLst/>
          </a:prstGeom>
        </p:spPr>
      </p:pic>
      <p:pic>
        <p:nvPicPr>
          <p:cNvPr id="21" name="Picture 20" descr="A pixel art of a penguin&#10;&#10;AI-generated content may be incorrect.">
            <a:extLst>
              <a:ext uri="{FF2B5EF4-FFF2-40B4-BE49-F238E27FC236}">
                <a16:creationId xmlns:a16="http://schemas.microsoft.com/office/drawing/2014/main" id="{4BB0C028-7705-A0DA-9C0D-773995777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06" y="3360"/>
            <a:ext cx="2022709" cy="1980879"/>
          </a:xfrm>
          <a:prstGeom prst="rect">
            <a:avLst/>
          </a:prstGeom>
        </p:spPr>
      </p:pic>
      <p:pic>
        <p:nvPicPr>
          <p:cNvPr id="22" name="Picture 21" descr="A pixel art of a penguin&#10;&#10;AI-generated content may be incorrect.">
            <a:extLst>
              <a:ext uri="{FF2B5EF4-FFF2-40B4-BE49-F238E27FC236}">
                <a16:creationId xmlns:a16="http://schemas.microsoft.com/office/drawing/2014/main" id="{6C12547D-7ED0-7783-5A0C-96B2745A2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251" y="10493"/>
            <a:ext cx="2022709" cy="1980879"/>
          </a:xfrm>
          <a:prstGeom prst="rect">
            <a:avLst/>
          </a:prstGeom>
        </p:spPr>
      </p:pic>
      <p:pic>
        <p:nvPicPr>
          <p:cNvPr id="23" name="Picture 22" descr="A pixel art of a penguin&#10;&#10;AI-generated content may be incorrect.">
            <a:extLst>
              <a:ext uri="{FF2B5EF4-FFF2-40B4-BE49-F238E27FC236}">
                <a16:creationId xmlns:a16="http://schemas.microsoft.com/office/drawing/2014/main" id="{4047CA5B-AF2E-0532-2376-810CC79AF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721" y="4879544"/>
            <a:ext cx="2022709" cy="198087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EFE56D0-0EF4-E7D1-EBA5-CF53DC6ED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520" y="331017"/>
            <a:ext cx="8425731" cy="1325563"/>
          </a:xfrm>
        </p:spPr>
        <p:txBody>
          <a:bodyPr/>
          <a:lstStyle/>
          <a:p>
            <a:pPr algn="ctr"/>
            <a:r>
              <a:rPr lang="en-GB" noProof="0"/>
              <a:t>Thank you!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6F9265-0357-0B85-4B6C-C9C56933D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7520" y="1825625"/>
            <a:ext cx="84292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endParaRPr lang="en-GB" sz="1800" noProof="0"/>
          </a:p>
          <a:p>
            <a:pPr marL="0" indent="0" algn="ctr">
              <a:lnSpc>
                <a:spcPct val="300000"/>
              </a:lnSpc>
              <a:buNone/>
            </a:pPr>
            <a:r>
              <a:rPr lang="en-GB" sz="3200" noProof="0">
                <a:latin typeface="Segoe UI"/>
                <a:cs typeface="Segoe UI"/>
              </a:rPr>
              <a:t>Please ask us any questions!</a:t>
            </a:r>
            <a:endParaRPr lang="en-GB" sz="3200"/>
          </a:p>
          <a:p>
            <a:pPr marL="0" indent="0">
              <a:buNone/>
            </a:pPr>
            <a:endParaRPr lang="en-GB" sz="1800"/>
          </a:p>
          <a:p>
            <a:pPr marL="0" indent="0">
              <a:buNone/>
            </a:pPr>
            <a:endParaRPr lang="en-GB" sz="1800"/>
          </a:p>
          <a:p>
            <a:pPr marL="0" indent="0">
              <a:buNone/>
            </a:pPr>
            <a:endParaRPr lang="en-GB" sz="1800"/>
          </a:p>
          <a:p>
            <a:pPr>
              <a:buFont typeface="Calibri" panose="020B0604020202020204" pitchFamily="34" charset="0"/>
              <a:buChar char="-"/>
            </a:pPr>
            <a:endParaRPr lang="en-GB" sz="1900" b="1"/>
          </a:p>
          <a:p>
            <a:pPr>
              <a:buFont typeface="Calibri" panose="020B0604020202020204" pitchFamily="34" charset="0"/>
              <a:buChar char="-"/>
            </a:pPr>
            <a:endParaRPr lang="en-GB" sz="1800"/>
          </a:p>
          <a:p>
            <a:pPr>
              <a:buFont typeface="Calibri" panose="020B0604020202020204" pitchFamily="34" charset="0"/>
              <a:buChar char="-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9632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73F3699BD5B94BA217C26E784634DB" ma:contentTypeVersion="10" ma:contentTypeDescription="Create a new document." ma:contentTypeScope="" ma:versionID="98cb20a9c4516ebda8fecf1d77c4b793">
  <xsd:schema xmlns:xsd="http://www.w3.org/2001/XMLSchema" xmlns:xs="http://www.w3.org/2001/XMLSchema" xmlns:p="http://schemas.microsoft.com/office/2006/metadata/properties" xmlns:ns2="de0dbc29-d87d-4c58-b181-19d32f9292a0" targetNamespace="http://schemas.microsoft.com/office/2006/metadata/properties" ma:root="true" ma:fieldsID="06632b57751949f34005dc2b597da2f2" ns2:_="">
    <xsd:import namespace="de0dbc29-d87d-4c58-b181-19d32f9292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0dbc29-d87d-4c58-b181-19d32f9292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5643730-4106-43af-9ce9-7aa0c1c95a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e0dbc29-d87d-4c58-b181-19d32f9292a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2CBE3C9-0D63-444D-A3BF-6F2784A922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9F10FD-B12A-4FDC-A3EF-C36682A87911}">
  <ds:schemaRefs>
    <ds:schemaRef ds:uri="de0dbc29-d87d-4c58-b181-19d32f9292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F7847A4-9F6E-4D6A-B616-B6C773E5FF02}">
  <ds:schemaRefs>
    <ds:schemaRef ds:uri="de0dbc29-d87d-4c58-b181-19d32f9292a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602</Words>
  <Application>Microsoft Office PowerPoint</Application>
  <PresentationFormat>Widescreen</PresentationFormat>
  <Paragraphs>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Montserrat</vt:lpstr>
      <vt:lpstr>Segoe UI</vt:lpstr>
      <vt:lpstr>office theme</vt:lpstr>
      <vt:lpstr>Indago</vt:lpstr>
      <vt:lpstr>PowerPoint Presentation</vt:lpstr>
      <vt:lpstr>Prototype Demonstration</vt:lpstr>
      <vt:lpstr>Design System Choices </vt:lpstr>
      <vt:lpstr>PowerPoint Presentation</vt:lpstr>
      <vt:lpstr>PowerPoint Presentation</vt:lpstr>
      <vt:lpstr>Figma Features Used</vt:lpstr>
      <vt:lpstr>Figma Features Used</vt:lpstr>
      <vt:lpstr>Figma Features Used</vt:lpstr>
      <vt:lpstr>Figma Features Used</vt:lpstr>
      <vt:lpstr>Accessibility Decisions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Maddie Gee</cp:lastModifiedBy>
  <cp:revision>1</cp:revision>
  <dcterms:created xsi:type="dcterms:W3CDTF">2026-03-03T10:42:45Z</dcterms:created>
  <dcterms:modified xsi:type="dcterms:W3CDTF">2026-08-19T02:41:36Z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0x0101007373F3699BD5B94BA217C26E784634DB</vt:lpwstr>
  </property>
  <property fmtid="{D5CDD505-2E9C-101B-9397-08002B2CF9AE}" pid="3" name="MSIP_Label_a618d1e0-f5d7-4da7-8ddd-3b83021a2c85_Enabled">
    <vt:lpwstr>true</vt:lpwstr>
  </property>
  <property fmtid="{D5CDD505-2E9C-101B-9397-08002B2CF9AE}" pid="4" name="MSIP_Label_a618d1e0-f5d7-4da7-8ddd-3b83021a2c85_SetDate">
    <vt:lpwstr>2026-03-03T10:42:53Z</vt:lpwstr>
  </property>
  <property fmtid="{D5CDD505-2E9C-101B-9397-08002B2CF9AE}" pid="5" name="MSIP_Label_a618d1e0-f5d7-4da7-8ddd-3b83021a2c85_Method">
    <vt:lpwstr>Standard</vt:lpwstr>
  </property>
  <property fmtid="{D5CDD505-2E9C-101B-9397-08002B2CF9AE}" pid="6" name="MSIP_Label_a618d1e0-f5d7-4da7-8ddd-3b83021a2c85_Name">
    <vt:lpwstr>Private</vt:lpwstr>
  </property>
  <property fmtid="{D5CDD505-2E9C-101B-9397-08002B2CF9AE}" pid="7" name="MSIP_Label_a618d1e0-f5d7-4da7-8ddd-3b83021a2c85_SiteId">
    <vt:lpwstr>ae323139-093a-4d2a-81a6-5d334bcd9019</vt:lpwstr>
  </property>
  <property fmtid="{D5CDD505-2E9C-101B-9397-08002B2CF9AE}" pid="8" name="MSIP_Label_a618d1e0-f5d7-4da7-8ddd-3b83021a2c85_ActionId">
    <vt:lpwstr>917ed05e-7f50-487e-895a-9c5d1306e403</vt:lpwstr>
  </property>
  <property fmtid="{D5CDD505-2E9C-101B-9397-08002B2CF9AE}" pid="9" name="MSIP_Label_a618d1e0-f5d7-4da7-8ddd-3b83021a2c85_ContentBits">
    <vt:lpwstr>0</vt:lpwstr>
  </property>
  <property fmtid="{D5CDD505-2E9C-101B-9397-08002B2CF9AE}" pid="10" name="MSIP_Label_a618d1e0-f5d7-4da7-8ddd-3b83021a2c85_Tag">
    <vt:lpwstr>10, 3, 0, 2</vt:lpwstr>
  </property>
  <property fmtid="{D5CDD505-2E9C-101B-9397-08002B2CF9AE}" pid="11" name="MediaServiceImageTags">
    <vt:lpwstr/>
  </property>
</Properties>
</file>